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Hello" id="{c988a3fc-5719-fe7f-9513-341c7285dc14}">
          <p14:sldIdLst>
            <p14:sldId id="256"/>
            <p14:sldId id="257"/>
            <p14:sldId id="258"/>
          </p14:sldIdLst>
        </p14:section>
        <p14:section name="To the zoo" id="{715e9443-0e92-0e69-0cfa-deedadc9e5a1}">
          <p14:sldIdLst>
            <p14:sldId id="259"/>
            <p14:sldId id="260"/>
          </p14:sldIdLst>
        </p14:section>
        <p14:section name="Meet the animals" id="{1c0fc2f0-e73a-4e5a-bc0c-6322743f3866}">
          <p14:sldIdLst>
            <p14:sldId id="261"/>
            <p14:sldId id="262"/>
            <p14:sldId id="263"/>
            <p14:sldId id="264"/>
            <p14:sldId id="265"/>
            <p14:sldId id="266"/>
          </p14:sldIdLst>
        </p14:section>
        <p14:section name="Games" id="{260716b3-2d69-f5be-6932-11adb2bd5039}">
          <p14:sldIdLst>
            <p14:sldId id="267"/>
            <p14:sldId id="268"/>
            <p14:sldId id="269"/>
            <p14:sldId id="270"/>
            <p14:sldId id="271"/>
            <p14:sldId id="272"/>
            <p14:sldId id="273"/>
          </p14:sldIdLst>
        </p14:section>
        <p14:section name="Chant" id="{12aa9b92-68ef-6a23-46a6-df2949de7c4b}">
          <p14:sldIdLst>
            <p14:sldId id="274"/>
          </p14:sldIdLst>
        </p14:section>
        <p14:section name="Stand up game" id="{d24dcf2f-479a-f29c-dd5e-8722ec096f28}">
          <p14:sldIdLst>
            <p14:sldId id="275"/>
            <p14:sldId id="276"/>
          </p14:sldIdLst>
        </p14:section>
        <p14:section name="Goodbye" id="{d82ae9c1-dff1-1a75-798e-52d44b841dc8}">
          <p14:sldIdLst>
            <p14:sldId id="277"/>
            <p14:sldId id="278"/>
          </p14:sldIdLst>
        </p14:section>
        <p14:section name="Spare" id="{3e97c775-e577-0f94-8d5d-bdf87278e547}">
          <p14:sldIdLst>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CHILDREN ARRIVE: carpet spots in a semicircle facing the screen, A4 flashcards face down on the floor beside you, mini cards and stickers in your pocket, take-home sheets by the door.
Children come in and sit on a spot. Smile, wave, say "Hello!" to each child as they sit. Parents stand or sit behind the children.
Click when everyone is seated.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 up. Chant slowly and clearly, twice per line, with a big action. Children copy the action; the words come later.
"Hello, hello! Wave your hand." (wave)
"Hello, hello! Clap your hands." (clap)
"Hello, hello! Stomp your feet." (stomp)
"Hello, hello! Sit down please." (sit, finger to lips)
Upper KG: encourage them to say "Hello, hello!" with you. Lower KG: the action is enough.
About 1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Hold up the soft toy (or a ball). "Hello! I'm Mr ___." Wave. "What's your name?"
Pass the toy to the first child. Lower KG: a wave and their name is perfect. Upper KG: "I'm ___." Help with "I'm" by saying it with them.
Praise every answer with "Hello, ___!" and a wave from everyone. Keep it moving; about 1 to 2 minutes for 12 children.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excited face. "Where are we going today? ... The ZOO!" Point at the screen. "Let's go to the zoo!"
Everyone stands. March on the spot: "Walk, walk, walk, walk." Hands on a pretend steering wheel: "Beep beep! Beep beep!" Speed up, slow down, then "Stop!" Everyone sits.
Upper KG: ask them to say "Let's go to the zoo!" with you. Lower KG: marching and beeping is the goal.
About 1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Whisper: "Shh! We are at the zoo. Listen..." Hand to your ear. Children copy.
Make the elephant sound ("Pwaaah!") with an arm trunk. "Who is it? ... Let's see!" Click.
This is only 30 seconds. It sets up the next six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Point: "What is it?" Let Upper KG guess, then say it: "It's an elephant!"
2. Say it three ways and children copy each one: LOUD "ELEPHANT!", quiet (whisper) "elephant", slow "elephant".
3. Action: "Stomp! Stomp like an elephant!" Everyone does it, 5 seconds.
4. Sound: "Pwaaah!" Everyone copies.
Lower KG: action + one word is the target. Upper KG: full sentence "It's an elephant!" Ask one or two children individually.
Hold up the matching A4 flashcard and place it on the board or floor where everyone can see it. You will need all six cards up for the next game.
About 1 minute per animal.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Point: "What is it?" Let Upper KG guess, then say it: "It's a kangaroo!"
2. Say it three ways and children copy each one: LOUD "KANGAROO!", quiet (whisper) "kangaroo", slow "kangaroo".
3. Action: "Jump! Jump like a kangaroo!" Everyone does it, 5 seconds.
4. Sound: "Boing, boing!" Everyone copies.
Lower KG: action + one word is the target. Upper KG: full sentence "It's a kangaroo!" Ask one or two children individually.
Hold up the matching A4 flashcard and place it on the board or floor where everyone can see it. You will need all six cards up for the next game.
About 1 minute per animal.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Point: "What is it?" Let Upper KG guess, then say it: "It's a monkey!"
2. Say it three ways and children copy each one: LOUD "MONKEY!", quiet (whisper) "monkey", slow "monkey".
3. Action: "Swing! Swing like a monkey!" Everyone does it, 5 seconds.
4. Sound: "Ooh ooh, ah ah!" Everyone copies.
Lower KG: action + one word is the target. Upper KG: full sentence "It's a monkey!" Ask one or two children individually.
Hold up the matching A4 flashcard and place it on the board or floor where everyone can see it. You will need all six cards up for the next game.
About 1 minute per animal.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Point: "What is it?" Let Upper KG guess, then say it: "It's a penguin!"
2. Say it three ways and children copy each one: LOUD "PENGUIN!", quiet (whisper) "penguin", slow "penguin".
3. Action: "Waddle! Waddle like a penguin!" Everyone does it, 5 seconds.
4. Sound: "Squeak, squeak!" Everyone copies.
Lower KG: action + one word is the target. Upper KG: full sentence "It's a penguin!" Ask one or two children individually.
Hold up the matching A4 flashcard and place it on the board or floor where everyone can see it. You will need all six cards up for the next game.
About 1 minute per animal.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Point: "What is it?" Let Upper KG guess, then say it: "It's a snake!"
2. Say it three ways and children copy each one: LOUD "SNAKE!", quiet (whisper) "snake", slow "snake".
3. Action: "Slither! Slither like a snake!" Everyone does it, 5 seconds.
4. Sound: "Ssssss!" Everyone copies.
Lower KG: action + one word is the target. Upper KG: full sentence "It's a snake!" Ask one or two children individually.
Hold up the matching A4 flashcard and place it on the board or floor where everyone can see it. You will need all six cards up for the next game.
About 1 minute per animal.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Point: "What is it?" Let Upper KG guess, then say it: "It's a polar bear!"
2. Say it three ways and children copy each one: LOUD "POLAR BEAR!", quiet (whisper) "polar bear", slow "polar... bear".
3. Action: "Swim! Swim like a polar bear!" Everyone does it, 5 seconds.
4. Sound: "Grrrr!" Everyone copies.
Lower KG: action + one word is the target. Upper KG: full sentence "It's a polar bear!" Ask one or two children individually.
Hold up the matching A4 flashcard and place it on the board or floor where everyone can see it. You will need all six cards up for the next game.
About 1 minute per animal.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review. Point to each animal in turn: everyone says the word and does the action. Go faster the second time round.
Then: "Now... close your eyes!" Cover your own eyes to show. Click to the next slide while their eyes are closed. "Open your eyes! What's missing?"
The next six slides are three rounds of What's Missing. Each round is two clicks: one with the animal hidden, one that brings it back with a star.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your eyes! What's missing?" Give thinking time. Lower KG can do the action or point at the empty space. Upper KG: the word, or "The penguin!"
Clues if they are stuck: do the action or make the sound.
Click to reveal. "Yes! The penguin!" Everyone does the waddle action. Then "Close your eyes!" again for the next 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Cheer. Everyone says "penguin!" and does the action (Waddle!). "Close your eyes!" Click for the next 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your eyes! What's missing?" Give thinking time. Lower KG can do the action or point at the empty space. Upper KG: the word, or "The snake!"
Clues if they are stuck: do the action or make the sound.
Click to reveal. "Yes! The snake!" Everyone does the slither action. Then "Close your eyes!" again for the next 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Cheer. Everyone says "snake!" and does the action (Slither!). "Close your eyes!" Click for the next 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your eyes! What's missing?" Give thinking time. Lower KG can do the action or point at the empty space. Upper KG: the word, or "The monkey!"
Clues if they are stuck: do the action or make the sound.
Click to reveal. "Yes! The monkey!" Everyone does the swing action. Then "Close your eyes!" again for the next 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Cheer. Everyone says "monkey!" and does the action (Swing!). That is the last round. Click on to the chant.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stands. Steady clapping rhythm, like a march.
Chant the title line, children copy: "Let's go to the zoo! What can we do?"
Then each animal, with the action for 4 beats: "Stomp like an elephant! Stomp, stomp, stomp!" and so on down the slide. Repeat the title line between animals if the group needs a reset.
If the school has the Super Simple Songs track "Let's Go To The Zoo" downloaded, play it instead: the six animals and actions on this slide match the song in order. YouTube will not load in school, so only use a downloaded copy or the Super Simple app.
Finish with "Sit down please!" About 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out the mini cards, one per child, while they sit. "Look at your card. Shh, keep it secret!"
Call an animal: "Elephants... stand up! Stomp!" The two children with elephant cards stand and stomp while everyone else does the sound. "Sit down." Next animal.
Upper KG: when they stand, ask "What are you?" and model "I'm an elephant!" Lower KG: standing up at the right word is the win. Help them by looking at the card with them if they are unsure.
After all six, "Swap! Give your card to a friend." Play once more, faster. Collect the cards at the end.
About 4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if there is time (you need 2 minutes left for Goodbye).
"Teacher says... stomp like an elephant!" Everyone does it. Mix the six animals. Keep it simple: nobody is out, everyone just copies. Add "Teacher says sit down" to finish.
If time is short, skip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 up. Same pattern as Hello, twice per line, big actions:
"Goodbye, goodbye! Wave your hand." (wave)
"Goodbye, goodbye! Clap your hands." (clap)
"Goodbye, goodbye! You're a star!" (arms up, star shape)
"Goodbye, goodbye! See you soon!" (wave with both hands)
Give every child an English Star sticker as they leave: "Well done, ___!" Hand the take-home sheet to each parent. Click to the thank-you slide and leave it on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on screen while families leave. Parents may take photos of it with their children.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Spare activity for extra time. Point and count together: "One, two, three, four, five. Five monkeys!" Everyone swings like a monkey.
Upper KG: ask "How many?" and let them answer. Lower KG: count with you, pointing.
Then go back to the Goodbye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F2A5F"/>
        </a:solidFill>
      </p:bgPr>
    </p:bg>
    <p:spTree>
      <p:nvGrpSpPr>
        <p:cNvPr id="1" name=""/>
        <p:cNvGrpSpPr/>
        <p:nvPr/>
      </p:nvGrpSpPr>
      <p:grpSpPr>
        <a:xfrm>
          <a:off x="0" y="0"/>
          <a:ext cx="0" cy="0"/>
          <a:chOff x="0" y="0"/>
          <a:chExt cx="0" cy="0"/>
        </a:xfrm>
      </p:grpSpPr>
      <p:pic>
        <p:nvPicPr>
          <p:cNvPr id="2" name="Image 0" descr="img/school_logo_horizontal_white.png">    </p:cNvPr>
          <p:cNvPicPr>
            <a:picLocks noChangeAspect="1"/>
          </p:cNvPicPr>
          <p:nvPr/>
        </p:nvPicPr>
        <p:blipFill>
          <a:blip r:embed="rId1"/>
          <a:stretch>
            <a:fillRect/>
          </a:stretch>
        </p:blipFill>
        <p:spPr>
          <a:xfrm>
            <a:off x="457200" y="320040"/>
            <a:ext cx="2194560" cy="914400"/>
          </a:xfrm>
          <a:prstGeom prst="rect">
            <a:avLst/>
          </a:prstGeom>
        </p:spPr>
      </p:pic>
      <p:sp>
        <p:nvSpPr>
          <p:cNvPr id="3" name="Text 0"/>
          <p:cNvSpPr/>
          <p:nvPr>
            <p:ph idx="101" type="title" hasCustomPrompt="1"/>
          </p:nvPr>
        </p:nvSpPr>
        <p:spPr>
          <a:xfrm>
            <a:off x="457200" y="1554480"/>
            <a:ext cx="8229600" cy="1280160"/>
          </a:xfrm>
          <a:prstGeom prst="rect">
            <a:avLst/>
          </a:prstGeom>
          <a:noFill/>
          <a:ln/>
        </p:spPr>
        <p:txBody>
          <a:bodyPr wrap="square" rtlCol="0"/>
          <a:lstStyle>
            <a:lvl1pPr algn="ctr" indent="0" marL="0">
              <a:buNone/>
              <a:defRPr lang="en-US" sz="5400" b="1" dirty="0">
                <a:solidFill>
                  <a:schemeClr val="bg1"/>
                </a:solidFill>
              </a:defRPr>
            </a:lvl1pPr>
          </a:lstStyle>
          <a:p>
            <a:pPr algn="ctr" indent="0" marL="0">
              <a:buNone/>
            </a:pPr>
            <a:r>
              <a:rPr lang="en-US" sz="5400" b="1" dirty="0">
                <a:solidFill>
                  <a:schemeClr val="bg1"/>
                </a:solidFill>
              </a:rPr>
              <a:t>Title</a:t>
            </a:r>
            <a:endParaRPr lang="en-US" sz="5400" dirty="0"/>
          </a:p>
        </p:txBody>
      </p:sp>
      <p:sp>
        <p:nvSpPr>
          <p:cNvPr id="4" name="Text 0"/>
          <p:cNvSpPr/>
          <p:nvPr>
            <p:ph idx="102" type="body" hasCustomPrompt="1"/>
          </p:nvPr>
        </p:nvSpPr>
        <p:spPr>
          <a:xfrm>
            <a:off x="457200" y="2788920"/>
            <a:ext cx="8229600" cy="548640"/>
          </a:xfrm>
          <a:prstGeom prst="rect">
            <a:avLst/>
          </a:prstGeom>
          <a:noFill/>
          <a:ln/>
        </p:spPr>
        <p:txBody>
          <a:bodyPr wrap="square" rtlCol="0"/>
          <a:lstStyle>
            <a:lvl1pPr algn="ctr" indent="0" marL="0">
              <a:buNone/>
              <a:defRPr lang="en-US" sz="2400" dirty="0">
                <a:solidFill>
                  <a:schemeClr val="accent1"/>
                </a:solidFill>
              </a:defRPr>
            </a:lvl1pPr>
          </a:lstStyle>
          <a:p>
            <a:pPr algn="ctr" indent="0" marL="0">
              <a:buNone/>
            </a:pPr>
            <a:r>
              <a:rPr lang="en-US" sz="2400" dirty="0">
                <a:solidFill>
                  <a:schemeClr val="accent1"/>
                </a:solidFill>
              </a:rPr>
              <a:t>Subtitle</a:t>
            </a: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rtlCol="0"/>
          <a:lstStyle>
            <a:lvl1pPr algn="l" indent="0" marL="0">
              <a:buNone/>
              <a:defRPr lang="en-US" sz="4000" b="1" dirty="0">
                <a:solidFill>
                  <a:schemeClr val="tx2"/>
                </a:solidFill>
              </a:defRPr>
            </a:lvl1pPr>
          </a:lstStyle>
          <a:p>
            <a:pPr algn="l" indent="0" marL="0">
              <a:buNone/>
            </a:pPr>
            <a:r>
              <a:rPr lang="en-US" sz="4000" b="1" dirty="0">
                <a:solidFill>
                  <a:schemeClr val="tx2"/>
                </a:solidFill>
              </a:rPr>
              <a:t>Title</a:t>
            </a:r>
            <a:endParaRPr lang="en-US" sz="4000" dirty="0"/>
          </a:p>
        </p:txBody>
      </p:sp>
      <p:sp>
        <p:nvSpPr>
          <p:cNvPr id="3" name="Text 0"/>
          <p:cNvSpPr/>
          <p:nvPr>
            <p:ph idx="101" type="body" hasCustomPrompt="1"/>
          </p:nvPr>
        </p:nvSpPr>
        <p:spPr>
          <a:xfrm>
            <a:off x="457200" y="4727448"/>
            <a:ext cx="8229600" cy="320040"/>
          </a:xfrm>
          <a:prstGeom prst="rect">
            <a:avLst/>
          </a:prstGeom>
          <a:noFill/>
          <a:ln/>
        </p:spPr>
        <p:txBody>
          <a:bodyPr wrap="square" rtlCol="0"/>
          <a:lstStyle>
            <a:lvl1pPr algn="l" indent="0" marL="0">
              <a:buNone/>
              <a:defRPr lang="en-US" sz="1200" i="1" dirty="0">
                <a:solidFill>
                  <a:schemeClr val="accent5"/>
                </a:solidFill>
              </a:defRPr>
            </a:lvl1pPr>
          </a:lstStyle>
          <a:p>
            <a:pPr algn="l" indent="0" marL="0">
              <a:buNone/>
            </a:pPr>
            <a:r>
              <a:rPr lang="en-US" sz="1200" i="1" dirty="0">
                <a:solidFill>
                  <a:schemeClr val="accent5"/>
                </a:solidFill>
              </a:rPr>
              <a:t>Teacher cue</a:t>
            </a:r>
            <a:endParaRPr lang="en-US" sz="12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rgbClr val="0F2A5F"/>
        </a:solidFill>
      </p:bgPr>
    </p:bg>
    <p:spTree>
      <p:nvGrpSpPr>
        <p:cNvPr id="1" name=""/>
        <p:cNvGrpSpPr/>
        <p:nvPr/>
      </p:nvGrpSpPr>
      <p:grpSpPr>
        <a:xfrm>
          <a:off x="0" y="0"/>
          <a:ext cx="0" cy="0"/>
          <a:chOff x="0" y="0"/>
          <a:chExt cx="0" cy="0"/>
        </a:xfrm>
      </p:grpSpPr>
      <p:pic>
        <p:nvPicPr>
          <p:cNvPr id="2" name="Image 0" descr="img/school_logo_horizontal_white.png">    </p:cNvPr>
          <p:cNvPicPr>
            <a:picLocks noChangeAspect="1"/>
          </p:cNvPicPr>
          <p:nvPr/>
        </p:nvPicPr>
        <p:blipFill>
          <a:blip r:embed="rId1"/>
          <a:stretch>
            <a:fillRect/>
          </a:stretch>
        </p:blipFill>
        <p:spPr>
          <a:xfrm>
            <a:off x="3474720" y="3566160"/>
            <a:ext cx="2194560" cy="914400"/>
          </a:xfrm>
          <a:prstGeom prst="rect">
            <a:avLst/>
          </a:prstGeom>
        </p:spPr>
      </p:pic>
      <p:sp>
        <p:nvSpPr>
          <p:cNvPr id="3" name="Text 0"/>
          <p:cNvSpPr/>
          <p:nvPr>
            <p:ph idx="101" type="title" hasCustomPrompt="1"/>
          </p:nvPr>
        </p:nvSpPr>
        <p:spPr>
          <a:xfrm>
            <a:off x="457200" y="457200"/>
            <a:ext cx="8229600" cy="1097280"/>
          </a:xfrm>
          <a:prstGeom prst="rect">
            <a:avLst/>
          </a:prstGeom>
          <a:noFill/>
          <a:ln/>
        </p:spPr>
        <p:txBody>
          <a:bodyPr wrap="square" rtlCol="0"/>
          <a:lstStyle>
            <a:lvl1pPr algn="ctr" indent="0" marL="0">
              <a:buNone/>
              <a:defRPr lang="en-US" sz="5400" b="1" dirty="0">
                <a:solidFill>
                  <a:schemeClr val="bg1"/>
                </a:solidFill>
              </a:defRPr>
            </a:lvl1pPr>
          </a:lstStyle>
          <a:p>
            <a:pPr algn="ctr" indent="0" marL="0">
              <a:buNone/>
            </a:pPr>
            <a:r>
              <a:rPr lang="en-US" sz="5400" b="1" dirty="0">
                <a:solidFill>
                  <a:schemeClr val="bg1"/>
                </a:solidFill>
              </a:rPr>
              <a:t>Title</a:t>
            </a:r>
            <a:endParaRPr lang="en-US" sz="5400" dirty="0"/>
          </a:p>
        </p:txBody>
      </p:sp>
      <p:sp>
        <p:nvSpPr>
          <p:cNvPr id="4" name="Text 0"/>
          <p:cNvSpPr/>
          <p:nvPr>
            <p:ph idx="102" type="body" hasCustomPrompt="1"/>
          </p:nvPr>
        </p:nvSpPr>
        <p:spPr>
          <a:xfrm>
            <a:off x="457200" y="1645920"/>
            <a:ext cx="8229600" cy="731520"/>
          </a:xfrm>
          <a:prstGeom prst="rect">
            <a:avLst/>
          </a:prstGeom>
          <a:noFill/>
          <a:ln/>
        </p:spPr>
        <p:txBody>
          <a:bodyPr wrap="square" rtlCol="0"/>
          <a:lstStyle>
            <a:lvl1pPr algn="ctr" indent="0" marL="0">
              <a:buNone/>
              <a:defRPr lang="en-US" sz="2800" dirty="0">
                <a:solidFill>
                  <a:schemeClr val="accent1"/>
                </a:solidFill>
              </a:defRPr>
            </a:lvl1pPr>
          </a:lstStyle>
          <a:p>
            <a:pPr algn="ctr" indent="0" marL="0">
              <a:buNone/>
            </a:pPr>
            <a:r>
              <a:rPr lang="en-US" sz="2800" dirty="0">
                <a:solidFill>
                  <a:schemeClr val="accent1"/>
                </a:solidFill>
              </a:rPr>
              <a:t>Subtitle</a:t>
            </a:r>
            <a:endParaRPr lang="en-US" sz="2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2.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2-3.png"/><Relationship Id="rId3" Type="http://schemas.openxmlformats.org/officeDocument/2006/relationships/image" Target="../media/image-6-3.png"/><Relationship Id="rId4" Type="http://schemas.openxmlformats.org/officeDocument/2006/relationships/image" Target="../media/image-6-3.png"/><Relationship Id="rId5" Type="http://schemas.openxmlformats.org/officeDocument/2006/relationships/image" Target="../media/image-5-1.png"/><Relationship Id="rId6" Type="http://schemas.openxmlformats.org/officeDocument/2006/relationships/image" Target="../media/image-6-6.png"/><Relationship Id="rId7" Type="http://schemas.openxmlformats.org/officeDocument/2006/relationships/slideLayout" Target="../slideLayouts/slideLayout3.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7-2.png"/><Relationship Id="rId3" Type="http://schemas.openxmlformats.org/officeDocument/2006/relationships/image" Target="../media/image-6-3.png"/><Relationship Id="rId4" Type="http://schemas.openxmlformats.org/officeDocument/2006/relationships/image" Target="../media/image-6-3.png"/><Relationship Id="rId5" Type="http://schemas.openxmlformats.org/officeDocument/2006/relationships/image" Target="../media/image-5-1.png"/><Relationship Id="rId6" Type="http://schemas.openxmlformats.org/officeDocument/2006/relationships/image" Target="../media/image-6-6.png"/><Relationship Id="rId7" Type="http://schemas.openxmlformats.org/officeDocument/2006/relationships/slideLayout" Target="../slideLayouts/slideLayout3.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8-2.png"/><Relationship Id="rId3" Type="http://schemas.openxmlformats.org/officeDocument/2006/relationships/image" Target="../media/image-6-3.png"/><Relationship Id="rId4" Type="http://schemas.openxmlformats.org/officeDocument/2006/relationships/image" Target="../media/image-6-3.png"/><Relationship Id="rId5" Type="http://schemas.openxmlformats.org/officeDocument/2006/relationships/image" Target="../media/image-5-1.png"/><Relationship Id="rId6" Type="http://schemas.openxmlformats.org/officeDocument/2006/relationships/image" Target="../media/image-6-6.png"/><Relationship Id="rId7" Type="http://schemas.openxmlformats.org/officeDocument/2006/relationships/slideLayout" Target="../slideLayouts/slideLayout3.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9-2.png"/><Relationship Id="rId3" Type="http://schemas.openxmlformats.org/officeDocument/2006/relationships/image" Target="../media/image-6-3.png"/><Relationship Id="rId4" Type="http://schemas.openxmlformats.org/officeDocument/2006/relationships/image" Target="../media/image-6-3.png"/><Relationship Id="rId5" Type="http://schemas.openxmlformats.org/officeDocument/2006/relationships/image" Target="../media/image-5-1.png"/><Relationship Id="rId6" Type="http://schemas.openxmlformats.org/officeDocument/2006/relationships/image" Target="../media/image-6-6.png"/><Relationship Id="rId7" Type="http://schemas.openxmlformats.org/officeDocument/2006/relationships/slideLayout" Target="../slideLayouts/slideLayout3.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10-2.png"/><Relationship Id="rId3" Type="http://schemas.openxmlformats.org/officeDocument/2006/relationships/image" Target="../media/image-6-3.png"/><Relationship Id="rId4" Type="http://schemas.openxmlformats.org/officeDocument/2006/relationships/image" Target="../media/image-6-3.png"/><Relationship Id="rId5" Type="http://schemas.openxmlformats.org/officeDocument/2006/relationships/image" Target="../media/image-5-1.png"/><Relationship Id="rId6" Type="http://schemas.openxmlformats.org/officeDocument/2006/relationships/image" Target="../media/image-6-6.png"/><Relationship Id="rId7" Type="http://schemas.openxmlformats.org/officeDocument/2006/relationships/slideLayout" Target="../slideLayouts/slideLayout3.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6.png"/><Relationship Id="rId2" Type="http://schemas.openxmlformats.org/officeDocument/2006/relationships/image" Target="../media/image-11-2.png"/><Relationship Id="rId3" Type="http://schemas.openxmlformats.org/officeDocument/2006/relationships/image" Target="../media/image-6-3.png"/><Relationship Id="rId4" Type="http://schemas.openxmlformats.org/officeDocument/2006/relationships/image" Target="../media/image-6-3.png"/><Relationship Id="rId5" Type="http://schemas.openxmlformats.org/officeDocument/2006/relationships/image" Target="../media/image-5-1.png"/><Relationship Id="rId6" Type="http://schemas.openxmlformats.org/officeDocument/2006/relationships/image" Target="../media/image-6-6.png"/><Relationship Id="rId7" Type="http://schemas.openxmlformats.org/officeDocument/2006/relationships/slideLayout" Target="../slideLayouts/slideLayout3.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3.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5-3.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3.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4-5.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slideLayout" Target="../slideLayouts/slideLayout3.xml"/><Relationship Id="rId9"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5-3.png"/><Relationship Id="rId6" Type="http://schemas.openxmlformats.org/officeDocument/2006/relationships/image" Target="../media/image-1-6.png"/><Relationship Id="rId7" Type="http://schemas.openxmlformats.org/officeDocument/2006/relationships/slideLayout" Target="../slideLayouts/slideLayout3.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4-5.png"/><Relationship Id="rId7" Type="http://schemas.openxmlformats.org/officeDocument/2006/relationships/image" Target="../media/image-1-6.png"/><Relationship Id="rId8" Type="http://schemas.openxmlformats.org/officeDocument/2006/relationships/slideLayout" Target="../slideLayouts/slideLayout3.xml"/><Relationship Id="rId9"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5-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3.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5.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slideLayout" Target="../slideLayouts/slideLayout3.xml"/><Relationship Id="rId9"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3.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3.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3.png"/><Relationship Id="rId2" Type="http://schemas.openxmlformats.org/officeDocument/2006/relationships/image" Target="../media/image-1-1.png"/><Relationship Id="rId3" Type="http://schemas.openxmlformats.org/officeDocument/2006/relationships/image" Target="../media/image-7-2.png"/><Relationship Id="rId4" Type="http://schemas.openxmlformats.org/officeDocument/2006/relationships/image" Target="../media/image-1-2.png"/><Relationship Id="rId5" Type="http://schemas.openxmlformats.org/officeDocument/2006/relationships/image" Target="../media/image-8-2.png"/><Relationship Id="rId6" Type="http://schemas.openxmlformats.org/officeDocument/2006/relationships/image" Target="../media/image-1-3.png"/><Relationship Id="rId7" Type="http://schemas.openxmlformats.org/officeDocument/2006/relationships/image" Target="../media/image-9-2.png"/><Relationship Id="rId8" Type="http://schemas.openxmlformats.org/officeDocument/2006/relationships/image" Target="../media/image-1-4.png"/><Relationship Id="rId9" Type="http://schemas.openxmlformats.org/officeDocument/2006/relationships/image" Target="../media/image-10-2.png"/><Relationship Id="rId10" Type="http://schemas.openxmlformats.org/officeDocument/2006/relationships/image" Target="../media/image-1-5.png"/><Relationship Id="rId11" Type="http://schemas.openxmlformats.org/officeDocument/2006/relationships/image" Target="../media/image-11-2.png"/><Relationship Id="rId12" Type="http://schemas.openxmlformats.org/officeDocument/2006/relationships/image" Target="../media/image-1-6.png"/><Relationship Id="rId13" Type="http://schemas.openxmlformats.org/officeDocument/2006/relationships/slideLayout" Target="../slideLayouts/slideLayout3.xml"/><Relationship Id="rId1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14-5.png"/><Relationship Id="rId4" Type="http://schemas.openxmlformats.org/officeDocument/2006/relationships/image" Target="../media/image-8-2.png"/><Relationship Id="rId5" Type="http://schemas.openxmlformats.org/officeDocument/2006/relationships/slideLayout" Target="../slideLayouts/slideLayout3.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4.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1-3.png"/><Relationship Id="rId3" Type="http://schemas.openxmlformats.org/officeDocument/2006/relationships/image" Target="../media/image-1-3.png"/><Relationship Id="rId4" Type="http://schemas.openxmlformats.org/officeDocument/2006/relationships/image" Target="../media/image-1-3.png"/><Relationship Id="rId5" Type="http://schemas.openxmlformats.org/officeDocument/2006/relationships/image" Target="../media/image-1-3.png"/><Relationship Id="rId6" Type="http://schemas.openxmlformats.org/officeDocument/2006/relationships/slideLayout" Target="../slideLayouts/slideLayout3.xml"/><Relationship Id="rId7"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title" hasCustomPrompt="1"/>
          </p:nvPr>
        </p:nvSpPr>
        <p:spPr>
          <a:xfrm>
            <a:off x="457200" y="1554480"/>
            <a:ext cx="8229600" cy="1280160"/>
          </a:xfrm>
          <a:prstGeom prst="rect">
            <a:avLst/>
          </a:prstGeom>
          <a:noFill/>
          <a:ln/>
        </p:spPr>
        <p:txBody>
          <a:bodyPr wrap="square" lIns="0" tIns="0" rIns="0" bIns="0" rtlCol="0" anchor="ctr"/>
          <a:lstStyle/>
          <a:p>
            <a:pPr algn="ctr" indent="0" marL="0">
              <a:buNone/>
            </a:pPr>
            <a:r>
              <a:rPr lang="en-US" sz="5400" b="1" dirty="0">
                <a:solidFill>
                  <a:schemeClr val="bg1"/>
                </a:solidFill>
              </a:rPr>
              <a:t>Let's Go to the Zoo!</a:t>
            </a:r>
            <a:endParaRPr lang="en-US" sz="5400" dirty="0"/>
          </a:p>
        </p:txBody>
      </p:sp>
      <p:sp>
        <p:nvSpPr>
          <p:cNvPr id="3" name="Text 0"/>
          <p:cNvSpPr/>
          <p:nvPr>
            <p:ph idx="102" type="body" hasCustomPrompt="1"/>
          </p:nvPr>
        </p:nvSpPr>
        <p:spPr>
          <a:xfrm>
            <a:off x="457200" y="2788920"/>
            <a:ext cx="8229600" cy="548640"/>
          </a:xfrm>
          <a:prstGeom prst="rect">
            <a:avLst/>
          </a:prstGeom>
          <a:noFill/>
          <a:ln/>
        </p:spPr>
        <p:txBody>
          <a:bodyPr wrap="square" lIns="0" tIns="0" rIns="0" bIns="0" rtlCol="0"/>
          <a:lstStyle/>
          <a:p>
            <a:pPr algn="ctr" indent="0" marL="0">
              <a:buNone/>
            </a:pPr>
            <a:r>
              <a:rPr lang="en-US" sz="2400" dirty="0">
                <a:solidFill>
                  <a:schemeClr val="accent1"/>
                </a:solidFill>
              </a:rPr>
              <a:t>Open Day English  |  Kindergarten</a:t>
            </a:r>
            <a:endParaRPr lang="en-US" sz="2400" dirty="0"/>
          </a:p>
        </p:txBody>
      </p:sp>
      <p:pic>
        <p:nvPicPr>
          <p:cNvPr id="4" name="title-elephant" descr="img/elephant.png">    </p:cNvPr>
          <p:cNvPicPr>
            <a:picLocks noChangeAspect="1"/>
          </p:cNvPicPr>
          <p:nvPr/>
        </p:nvPicPr>
        <p:blipFill>
          <a:blip r:embed="rId1"/>
          <a:stretch>
            <a:fillRect/>
          </a:stretch>
        </p:blipFill>
        <p:spPr>
          <a:xfrm>
            <a:off x="685800" y="3520440"/>
            <a:ext cx="1143000" cy="1143000"/>
          </a:xfrm>
          <a:prstGeom prst="rect">
            <a:avLst/>
          </a:prstGeom>
        </p:spPr>
      </p:pic>
      <p:pic>
        <p:nvPicPr>
          <p:cNvPr id="5" name="title-kangaroo" descr="img/kangaroo.png">    </p:cNvPr>
          <p:cNvPicPr>
            <a:picLocks noChangeAspect="1"/>
          </p:cNvPicPr>
          <p:nvPr/>
        </p:nvPicPr>
        <p:blipFill>
          <a:blip r:embed="rId2"/>
          <a:stretch>
            <a:fillRect/>
          </a:stretch>
        </p:blipFill>
        <p:spPr>
          <a:xfrm>
            <a:off x="2057400" y="3520440"/>
            <a:ext cx="1143000" cy="1143000"/>
          </a:xfrm>
          <a:prstGeom prst="rect">
            <a:avLst/>
          </a:prstGeom>
        </p:spPr>
      </p:pic>
      <p:pic>
        <p:nvPicPr>
          <p:cNvPr id="6" name="title-monkey" descr="img/monkey.png">    </p:cNvPr>
          <p:cNvPicPr>
            <a:picLocks noChangeAspect="1"/>
          </p:cNvPicPr>
          <p:nvPr/>
        </p:nvPicPr>
        <p:blipFill>
          <a:blip r:embed="rId3"/>
          <a:stretch>
            <a:fillRect/>
          </a:stretch>
        </p:blipFill>
        <p:spPr>
          <a:xfrm>
            <a:off x="3429000" y="3520440"/>
            <a:ext cx="1143000" cy="1143000"/>
          </a:xfrm>
          <a:prstGeom prst="rect">
            <a:avLst/>
          </a:prstGeom>
        </p:spPr>
      </p:pic>
      <p:pic>
        <p:nvPicPr>
          <p:cNvPr id="7" name="title-penguin" descr="img/penguin.png">    </p:cNvPr>
          <p:cNvPicPr>
            <a:picLocks noChangeAspect="1"/>
          </p:cNvPicPr>
          <p:nvPr/>
        </p:nvPicPr>
        <p:blipFill>
          <a:blip r:embed="rId4"/>
          <a:stretch>
            <a:fillRect/>
          </a:stretch>
        </p:blipFill>
        <p:spPr>
          <a:xfrm>
            <a:off x="4800600" y="3520440"/>
            <a:ext cx="1143000" cy="1143000"/>
          </a:xfrm>
          <a:prstGeom prst="rect">
            <a:avLst/>
          </a:prstGeom>
        </p:spPr>
      </p:pic>
      <p:pic>
        <p:nvPicPr>
          <p:cNvPr id="8" name="title-snake" descr="img/snake.png">    </p:cNvPr>
          <p:cNvPicPr>
            <a:picLocks noChangeAspect="1"/>
          </p:cNvPicPr>
          <p:nvPr/>
        </p:nvPicPr>
        <p:blipFill>
          <a:blip r:embed="rId5"/>
          <a:stretch>
            <a:fillRect/>
          </a:stretch>
        </p:blipFill>
        <p:spPr>
          <a:xfrm>
            <a:off x="6172200" y="3520440"/>
            <a:ext cx="1143000" cy="1143000"/>
          </a:xfrm>
          <a:prstGeom prst="rect">
            <a:avLst/>
          </a:prstGeom>
        </p:spPr>
      </p:pic>
      <p:pic>
        <p:nvPicPr>
          <p:cNvPr id="9" name="title-polarbear" descr="img/polarbear.png">    </p:cNvPr>
          <p:cNvPicPr>
            <a:picLocks noChangeAspect="1"/>
          </p:cNvPicPr>
          <p:nvPr/>
        </p:nvPicPr>
        <p:blipFill>
          <a:blip r:embed="rId6"/>
          <a:stretch>
            <a:fillRect/>
          </a:stretch>
        </p:blipFill>
        <p:spPr>
          <a:xfrm>
            <a:off x="7543800" y="3520440"/>
            <a:ext cx="1143000" cy="1143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4000" b="1" dirty="0">
                <a:solidFill>
                  <a:schemeClr val="tx2"/>
                </a:solidFill>
              </a:rPr>
              <a:t>Hello, hello!</a:t>
            </a:r>
            <a:endParaRPr lang="en-US" sz="4000" dirty="0"/>
          </a:p>
        </p:txBody>
      </p:sp>
      <p:sp>
        <p:nvSpPr>
          <p:cNvPr id="3" name="Text 0"/>
          <p:cNvSpPr/>
          <p:nvPr>
            <p:ph idx="101" type="body" hasCustomPrompt="1"/>
          </p:nvPr>
        </p:nvSpPr>
        <p:spPr>
          <a:xfrm>
            <a:off x="457200" y="4727448"/>
            <a:ext cx="8229600" cy="320040"/>
          </a:xfrm>
          <a:prstGeom prst="rect">
            <a:avLst/>
          </a:prstGeom>
          <a:noFill/>
          <a:ln/>
        </p:spPr>
        <p:txBody>
          <a:bodyPr wrap="square" lIns="0" tIns="0" rIns="0" bIns="0" rtlCol="0" anchor="ctr"/>
          <a:lstStyle/>
          <a:p>
            <a:pPr algn="l" indent="0" marL="0">
              <a:buNone/>
            </a:pPr>
            <a:r>
              <a:rPr lang="en-US" sz="1200" i="1" dirty="0">
                <a:solidFill>
                  <a:schemeClr val="accent5"/>
                </a:solidFill>
              </a:rPr>
              <a:t>Teacher: Chant each line twice. Do the action big. Children copy. Last line: everyone sits.</a:t>
            </a:r>
            <a:endParaRPr lang="en-US" sz="1200" dirty="0"/>
          </a:p>
        </p:txBody>
      </p:sp>
      <p:sp>
        <p:nvSpPr>
          <p:cNvPr id="5" name="hello-tile-0"/>
          <p:cNvSpPr/>
          <p:nvPr/>
        </p:nvSpPr>
        <p:spPr>
          <a:xfrm>
            <a:off x="457200" y="1234440"/>
            <a:ext cx="4023360" cy="1463040"/>
          </a:xfrm>
          <a:prstGeom prst="roundRect">
            <a:avLst>
              <a:gd name="adj" fmla="val 12500"/>
            </a:avLst>
          </a:prstGeom>
          <a:solidFill>
            <a:srgbClr val="E3F1F8"/>
          </a:solidFill>
          <a:ln w="12700">
            <a:solidFill>
              <a:srgbClr val="E3F1F8"/>
            </a:solidFill>
            <a:prstDash val="solid"/>
          </a:ln>
        </p:spPr>
      </p:sp>
      <p:pic>
        <p:nvPicPr>
          <p:cNvPr id="6" name="hello-ic-0" descr="img/wave.png">    </p:cNvPr>
          <p:cNvPicPr>
            <a:picLocks noChangeAspect="1"/>
          </p:cNvPicPr>
          <p:nvPr/>
        </p:nvPicPr>
        <p:blipFill>
          <a:blip r:embed="rId1"/>
          <a:stretch>
            <a:fillRect/>
          </a:stretch>
        </p:blipFill>
        <p:spPr>
          <a:xfrm>
            <a:off x="640080" y="1371600"/>
            <a:ext cx="1188720" cy="1188720"/>
          </a:xfrm>
          <a:prstGeom prst="rect">
            <a:avLst/>
          </a:prstGeom>
        </p:spPr>
      </p:pic>
      <p:sp>
        <p:nvSpPr>
          <p:cNvPr id="7" name="hello-text-0"/>
          <p:cNvSpPr txBox="1"/>
          <p:nvPr/>
        </p:nvSpPr>
        <p:spPr>
          <a:xfrm>
            <a:off x="1920240" y="1371600"/>
            <a:ext cx="2514600" cy="1188720"/>
          </a:xfrm>
          <a:prstGeom prst="rect">
            <a:avLst/>
          </a:prstGeom>
          <a:noFill/>
          <a:ln/>
        </p:spPr>
        <p:txBody>
          <a:bodyPr wrap="square" lIns="0" tIns="0" rIns="0" bIns="0" rtlCol="0" anchor="ctr"/>
          <a:lstStyle/>
          <a:p>
            <a:pPr indent="0" marL="0">
              <a:buNone/>
            </a:pPr>
            <a:r>
              <a:rPr lang="en-US" sz="2200" b="1" dirty="0">
                <a:solidFill>
                  <a:schemeClr val="tx2"/>
                </a:solidFill>
              </a:rPr>
              <a:t>Hello, hello!</a:t>
            </a:r>
            <a:endParaRPr lang="en-US" sz="2200" dirty="0"/>
          </a:p>
          <a:p>
            <a:pPr indent="0" marL="0">
              <a:buNone/>
            </a:pPr>
            <a:r>
              <a:rPr lang="en-US" sz="2200" dirty="0">
                <a:solidFill>
                  <a:schemeClr val="tx2"/>
                </a:solidFill>
              </a:rPr>
              <a:t>Wave your hand</a:t>
            </a:r>
            <a:endParaRPr lang="en-US" sz="2200" dirty="0"/>
          </a:p>
        </p:txBody>
      </p:sp>
      <p:sp>
        <p:nvSpPr>
          <p:cNvPr id="8" name="hello-tile-1"/>
          <p:cNvSpPr/>
          <p:nvPr/>
        </p:nvSpPr>
        <p:spPr>
          <a:xfrm>
            <a:off x="4663440" y="1234440"/>
            <a:ext cx="4023360" cy="1463040"/>
          </a:xfrm>
          <a:prstGeom prst="roundRect">
            <a:avLst>
              <a:gd name="adj" fmla="val 12500"/>
            </a:avLst>
          </a:prstGeom>
          <a:solidFill>
            <a:srgbClr val="E3F1F8"/>
          </a:solidFill>
          <a:ln w="12700">
            <a:solidFill>
              <a:srgbClr val="E3F1F8"/>
            </a:solidFill>
            <a:prstDash val="solid"/>
          </a:ln>
        </p:spPr>
      </p:sp>
      <p:pic>
        <p:nvPicPr>
          <p:cNvPr id="9" name="hello-ic-1" descr="img/clap.png">    </p:cNvPr>
          <p:cNvPicPr>
            <a:picLocks noChangeAspect="1"/>
          </p:cNvPicPr>
          <p:nvPr/>
        </p:nvPicPr>
        <p:blipFill>
          <a:blip r:embed="rId2"/>
          <a:stretch>
            <a:fillRect/>
          </a:stretch>
        </p:blipFill>
        <p:spPr>
          <a:xfrm>
            <a:off x="4846320" y="1371600"/>
            <a:ext cx="1188720" cy="1188720"/>
          </a:xfrm>
          <a:prstGeom prst="rect">
            <a:avLst/>
          </a:prstGeom>
        </p:spPr>
      </p:pic>
      <p:sp>
        <p:nvSpPr>
          <p:cNvPr id="10" name="hello-text-1"/>
          <p:cNvSpPr txBox="1"/>
          <p:nvPr/>
        </p:nvSpPr>
        <p:spPr>
          <a:xfrm>
            <a:off x="6126480" y="1371600"/>
            <a:ext cx="2514600" cy="1188720"/>
          </a:xfrm>
          <a:prstGeom prst="rect">
            <a:avLst/>
          </a:prstGeom>
          <a:noFill/>
          <a:ln/>
        </p:spPr>
        <p:txBody>
          <a:bodyPr wrap="square" lIns="0" tIns="0" rIns="0" bIns="0" rtlCol="0" anchor="ctr"/>
          <a:lstStyle/>
          <a:p>
            <a:pPr indent="0" marL="0">
              <a:buNone/>
            </a:pPr>
            <a:r>
              <a:rPr lang="en-US" sz="2200" b="1" dirty="0">
                <a:solidFill>
                  <a:schemeClr val="tx2"/>
                </a:solidFill>
              </a:rPr>
              <a:t>Hello, hello!</a:t>
            </a:r>
            <a:endParaRPr lang="en-US" sz="2200" dirty="0"/>
          </a:p>
          <a:p>
            <a:pPr indent="0" marL="0">
              <a:buNone/>
            </a:pPr>
            <a:r>
              <a:rPr lang="en-US" sz="2200" dirty="0">
                <a:solidFill>
                  <a:schemeClr val="tx2"/>
                </a:solidFill>
              </a:rPr>
              <a:t>Clap your hands</a:t>
            </a:r>
            <a:endParaRPr lang="en-US" sz="2200" dirty="0"/>
          </a:p>
        </p:txBody>
      </p:sp>
      <p:sp>
        <p:nvSpPr>
          <p:cNvPr id="11" name="hello-tile-2"/>
          <p:cNvSpPr/>
          <p:nvPr/>
        </p:nvSpPr>
        <p:spPr>
          <a:xfrm>
            <a:off x="457200" y="2926080"/>
            <a:ext cx="4023360" cy="1463040"/>
          </a:xfrm>
          <a:prstGeom prst="roundRect">
            <a:avLst>
              <a:gd name="adj" fmla="val 12500"/>
            </a:avLst>
          </a:prstGeom>
          <a:solidFill>
            <a:srgbClr val="E3F1F8"/>
          </a:solidFill>
          <a:ln w="12700">
            <a:solidFill>
              <a:srgbClr val="E3F1F8"/>
            </a:solidFill>
            <a:prstDash val="solid"/>
          </a:ln>
        </p:spPr>
      </p:sp>
      <p:pic>
        <p:nvPicPr>
          <p:cNvPr id="12" name="hello-ic-2" descr="img/foot.png">    </p:cNvPr>
          <p:cNvPicPr>
            <a:picLocks noChangeAspect="1"/>
          </p:cNvPicPr>
          <p:nvPr/>
        </p:nvPicPr>
        <p:blipFill>
          <a:blip r:embed="rId3"/>
          <a:stretch>
            <a:fillRect/>
          </a:stretch>
        </p:blipFill>
        <p:spPr>
          <a:xfrm>
            <a:off x="640080" y="3063240"/>
            <a:ext cx="1188720" cy="1188720"/>
          </a:xfrm>
          <a:prstGeom prst="rect">
            <a:avLst/>
          </a:prstGeom>
        </p:spPr>
      </p:pic>
      <p:sp>
        <p:nvSpPr>
          <p:cNvPr id="13" name="hello-text-2"/>
          <p:cNvSpPr txBox="1"/>
          <p:nvPr/>
        </p:nvSpPr>
        <p:spPr>
          <a:xfrm>
            <a:off x="1920240" y="3063240"/>
            <a:ext cx="2514600" cy="1188720"/>
          </a:xfrm>
          <a:prstGeom prst="rect">
            <a:avLst/>
          </a:prstGeom>
          <a:noFill/>
          <a:ln/>
        </p:spPr>
        <p:txBody>
          <a:bodyPr wrap="square" lIns="0" tIns="0" rIns="0" bIns="0" rtlCol="0" anchor="ctr"/>
          <a:lstStyle/>
          <a:p>
            <a:pPr indent="0" marL="0">
              <a:buNone/>
            </a:pPr>
            <a:r>
              <a:rPr lang="en-US" sz="2200" b="1" dirty="0">
                <a:solidFill>
                  <a:schemeClr val="tx2"/>
                </a:solidFill>
              </a:rPr>
              <a:t>Hello, hello!</a:t>
            </a:r>
            <a:endParaRPr lang="en-US" sz="2200" dirty="0"/>
          </a:p>
          <a:p>
            <a:pPr indent="0" marL="0">
              <a:buNone/>
            </a:pPr>
            <a:r>
              <a:rPr lang="en-US" sz="2200" dirty="0">
                <a:solidFill>
                  <a:schemeClr val="tx2"/>
                </a:solidFill>
              </a:rPr>
              <a:t>Stomp your feet</a:t>
            </a:r>
            <a:endParaRPr lang="en-US" sz="2200" dirty="0"/>
          </a:p>
        </p:txBody>
      </p:sp>
      <p:sp>
        <p:nvSpPr>
          <p:cNvPr id="14" name="hello-tile-3"/>
          <p:cNvSpPr/>
          <p:nvPr/>
        </p:nvSpPr>
        <p:spPr>
          <a:xfrm>
            <a:off x="4663440" y="2926080"/>
            <a:ext cx="4023360" cy="1463040"/>
          </a:xfrm>
          <a:prstGeom prst="roundRect">
            <a:avLst>
              <a:gd name="adj" fmla="val 12500"/>
            </a:avLst>
          </a:prstGeom>
          <a:solidFill>
            <a:srgbClr val="E3F1F8"/>
          </a:solidFill>
          <a:ln w="12700">
            <a:solidFill>
              <a:srgbClr val="E3F1F8"/>
            </a:solidFill>
            <a:prstDash val="solid"/>
          </a:ln>
        </p:spPr>
      </p:sp>
      <p:pic>
        <p:nvPicPr>
          <p:cNvPr id="15" name="hello-ic-3" descr="img/sleep.png">    </p:cNvPr>
          <p:cNvPicPr>
            <a:picLocks noChangeAspect="1"/>
          </p:cNvPicPr>
          <p:nvPr/>
        </p:nvPicPr>
        <p:blipFill>
          <a:blip r:embed="rId4"/>
          <a:stretch>
            <a:fillRect/>
          </a:stretch>
        </p:blipFill>
        <p:spPr>
          <a:xfrm>
            <a:off x="4846320" y="3063240"/>
            <a:ext cx="1188720" cy="1188720"/>
          </a:xfrm>
          <a:prstGeom prst="rect">
            <a:avLst/>
          </a:prstGeom>
        </p:spPr>
      </p:pic>
      <p:sp>
        <p:nvSpPr>
          <p:cNvPr id="16" name="hello-text-3"/>
          <p:cNvSpPr txBox="1"/>
          <p:nvPr/>
        </p:nvSpPr>
        <p:spPr>
          <a:xfrm>
            <a:off x="6126480" y="3063240"/>
            <a:ext cx="2514600" cy="1188720"/>
          </a:xfrm>
          <a:prstGeom prst="rect">
            <a:avLst/>
          </a:prstGeom>
          <a:noFill/>
          <a:ln/>
        </p:spPr>
        <p:txBody>
          <a:bodyPr wrap="square" lIns="0" tIns="0" rIns="0" bIns="0" rtlCol="0" anchor="ctr"/>
          <a:lstStyle/>
          <a:p>
            <a:pPr indent="0" marL="0">
              <a:buNone/>
            </a:pPr>
            <a:r>
              <a:rPr lang="en-US" sz="2200" b="1" dirty="0">
                <a:solidFill>
                  <a:schemeClr val="tx2"/>
                </a:solidFill>
              </a:rPr>
              <a:t>Hello, hello!</a:t>
            </a:r>
            <a:endParaRPr lang="en-US" sz="2200" dirty="0"/>
          </a:p>
          <a:p>
            <a:pPr indent="0" marL="0">
              <a:buNone/>
            </a:pPr>
            <a:r>
              <a:rPr lang="en-US" sz="2200" dirty="0">
                <a:solidFill>
                  <a:schemeClr val="tx2"/>
                </a:solidFill>
              </a:rPr>
              <a:t>Sit down please</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4000" b="1" dirty="0">
                <a:solidFill>
                  <a:schemeClr val="tx2"/>
                </a:solidFill>
              </a:rPr>
              <a:t>What's your name?</a:t>
            </a:r>
            <a:endParaRPr lang="en-US" sz="4000" dirty="0"/>
          </a:p>
        </p:txBody>
      </p:sp>
      <p:sp>
        <p:nvSpPr>
          <p:cNvPr id="3" name="Text 0"/>
          <p:cNvSpPr/>
          <p:nvPr>
            <p:ph idx="101" type="body" hasCustomPrompt="1"/>
          </p:nvPr>
        </p:nvSpPr>
        <p:spPr>
          <a:xfrm>
            <a:off x="457200" y="4727448"/>
            <a:ext cx="8229600" cy="320040"/>
          </a:xfrm>
          <a:prstGeom prst="rect">
            <a:avLst/>
          </a:prstGeom>
          <a:noFill/>
          <a:ln/>
        </p:spPr>
        <p:txBody>
          <a:bodyPr wrap="square" lIns="0" tIns="0" rIns="0" bIns="0" rtlCol="0" anchor="ctr"/>
          <a:lstStyle/>
          <a:p>
            <a:pPr algn="l" indent="0" marL="0">
              <a:buNone/>
            </a:pPr>
            <a:r>
              <a:rPr lang="en-US" sz="1200" i="1" dirty="0">
                <a:solidFill>
                  <a:schemeClr val="accent5"/>
                </a:solidFill>
              </a:rPr>
              <a:t>Teacher: Pass the toy round the circle. Each child: wave and say their name. Keep it quick, about 5 seconds each.</a:t>
            </a:r>
            <a:endParaRPr lang="en-US" sz="1200" dirty="0"/>
          </a:p>
        </p:txBody>
      </p:sp>
      <p:pic>
        <p:nvPicPr>
          <p:cNvPr id="5" name="names-wave" descr="img/wave.png">    </p:cNvPr>
          <p:cNvPicPr>
            <a:picLocks noChangeAspect="1"/>
          </p:cNvPicPr>
          <p:nvPr/>
        </p:nvPicPr>
        <p:blipFill>
          <a:blip r:embed="rId1"/>
          <a:stretch>
            <a:fillRect/>
          </a:stretch>
        </p:blipFill>
        <p:spPr>
          <a:xfrm>
            <a:off x="548640" y="1280160"/>
            <a:ext cx="2377440" cy="2377440"/>
          </a:xfrm>
          <a:prstGeom prst="rect">
            <a:avLst/>
          </a:prstGeom>
        </p:spPr>
      </p:pic>
      <p:sp>
        <p:nvSpPr>
          <p:cNvPr id="6" name="names-t1"/>
          <p:cNvSpPr/>
          <p:nvPr/>
        </p:nvSpPr>
        <p:spPr>
          <a:xfrm>
            <a:off x="3291840" y="1371600"/>
            <a:ext cx="5394960" cy="1188720"/>
          </a:xfrm>
          <a:prstGeom prst="roundRect">
            <a:avLst>
              <a:gd name="adj" fmla="val 15385"/>
            </a:avLst>
          </a:prstGeom>
          <a:solidFill>
            <a:srgbClr val="FFF4C2"/>
          </a:solidFill>
          <a:ln w="12700">
            <a:solidFill>
              <a:srgbClr val="FFF4C2"/>
            </a:solidFill>
            <a:prstDash val="solid"/>
          </a:ln>
        </p:spPr>
      </p:sp>
      <p:sp>
        <p:nvSpPr>
          <p:cNvPr id="7" name="names-l1"/>
          <p:cNvSpPr txBox="1"/>
          <p:nvPr/>
        </p:nvSpPr>
        <p:spPr>
          <a:xfrm>
            <a:off x="3474720" y="1371600"/>
            <a:ext cx="5029200" cy="1188720"/>
          </a:xfrm>
          <a:prstGeom prst="rect">
            <a:avLst/>
          </a:prstGeom>
          <a:noFill/>
          <a:ln/>
        </p:spPr>
        <p:txBody>
          <a:bodyPr wrap="square" lIns="0" tIns="0" rIns="0" bIns="0" rtlCol="0" anchor="ctr"/>
          <a:lstStyle/>
          <a:p>
            <a:pPr indent="0" marL="0">
              <a:buNone/>
            </a:pPr>
            <a:r>
              <a:rPr lang="en-US" sz="3600" b="1" dirty="0">
                <a:solidFill>
                  <a:schemeClr val="tx2"/>
                </a:solidFill>
              </a:rPr>
              <a:t>Hello! I'm Mr ___.</a:t>
            </a:r>
            <a:endParaRPr lang="en-US" sz="3600" dirty="0"/>
          </a:p>
        </p:txBody>
      </p:sp>
      <p:sp>
        <p:nvSpPr>
          <p:cNvPr id="8" name="names-t2"/>
          <p:cNvSpPr/>
          <p:nvPr/>
        </p:nvSpPr>
        <p:spPr>
          <a:xfrm>
            <a:off x="3291840" y="2834640"/>
            <a:ext cx="5394960" cy="1188720"/>
          </a:xfrm>
          <a:prstGeom prst="roundRect">
            <a:avLst>
              <a:gd name="adj" fmla="val 15385"/>
            </a:avLst>
          </a:prstGeom>
          <a:solidFill>
            <a:srgbClr val="E3F1F8"/>
          </a:solidFill>
          <a:ln w="12700">
            <a:solidFill>
              <a:srgbClr val="E3F1F8"/>
            </a:solidFill>
            <a:prstDash val="solid"/>
          </a:ln>
        </p:spPr>
      </p:sp>
      <p:sp>
        <p:nvSpPr>
          <p:cNvPr id="9" name="names-l2"/>
          <p:cNvSpPr txBox="1"/>
          <p:nvPr/>
        </p:nvSpPr>
        <p:spPr>
          <a:xfrm>
            <a:off x="3474720" y="2834640"/>
            <a:ext cx="5029200" cy="1188720"/>
          </a:xfrm>
          <a:prstGeom prst="rect">
            <a:avLst/>
          </a:prstGeom>
          <a:noFill/>
          <a:ln/>
        </p:spPr>
        <p:txBody>
          <a:bodyPr wrap="square" lIns="0" tIns="0" rIns="0" bIns="0" rtlCol="0" anchor="ctr"/>
          <a:lstStyle/>
          <a:p>
            <a:pPr indent="0" marL="0">
              <a:buNone/>
            </a:pPr>
            <a:r>
              <a:rPr lang="en-US" sz="3200" b="1" dirty="0">
                <a:solidFill>
                  <a:schemeClr val="tx2"/>
                </a:solidFill>
              </a:rPr>
              <a:t>What's your name?  I'm ___.</a:t>
            </a:r>
            <a:endParaRPr lang="en-US" sz="3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4000" b="1" dirty="0">
                <a:solidFill>
                  <a:schemeClr val="tx2"/>
                </a:solidFill>
              </a:rPr>
              <a:t>Let's go to the zoo!</a:t>
            </a:r>
            <a:endParaRPr lang="en-US" sz="4000" dirty="0"/>
          </a:p>
        </p:txBody>
      </p:sp>
      <p:sp>
        <p:nvSpPr>
          <p:cNvPr id="3" name="Text 0"/>
          <p:cNvSpPr/>
          <p:nvPr>
            <p:ph idx="101" type="body" hasCustomPrompt="1"/>
          </p:nvPr>
        </p:nvSpPr>
        <p:spPr>
          <a:xfrm>
            <a:off x="457200" y="4727448"/>
            <a:ext cx="8229600" cy="320040"/>
          </a:xfrm>
          <a:prstGeom prst="rect">
            <a:avLst/>
          </a:prstGeom>
          <a:noFill/>
          <a:ln/>
        </p:spPr>
        <p:txBody>
          <a:bodyPr wrap="square" lIns="0" tIns="0" rIns="0" bIns="0" rtlCol="0" anchor="ctr"/>
          <a:lstStyle/>
          <a:p>
            <a:pPr algn="l" indent="0" marL="0">
              <a:buNone/>
            </a:pPr>
            <a:r>
              <a:rPr lang="en-US" sz="1200" i="1" dirty="0">
                <a:solidFill>
                  <a:schemeClr val="accent5"/>
                </a:solidFill>
              </a:rPr>
              <a:t>Teacher: Everyone stands. March on the spot: "Walk, walk, walk." Steer the bus: "Beep beep!" Then "Stop!" and sit.</a:t>
            </a:r>
            <a:endParaRPr lang="en-US" sz="1200" dirty="0"/>
          </a:p>
        </p:txBody>
      </p:sp>
      <p:pic>
        <p:nvPicPr>
          <p:cNvPr id="5" name="go-bus" descr="img/bus.png">    </p:cNvPr>
          <p:cNvPicPr>
            <a:picLocks noChangeAspect="1"/>
          </p:cNvPicPr>
          <p:nvPr/>
        </p:nvPicPr>
        <p:blipFill>
          <a:blip r:embed="rId1"/>
          <a:stretch>
            <a:fillRect/>
          </a:stretch>
        </p:blipFill>
        <p:spPr>
          <a:xfrm>
            <a:off x="457200" y="1188720"/>
            <a:ext cx="3108960" cy="3108960"/>
          </a:xfrm>
          <a:prstGeom prst="rect">
            <a:avLst/>
          </a:prstGeom>
        </p:spPr>
      </p:pic>
      <p:pic>
        <p:nvPicPr>
          <p:cNvPr id="6" name="go-ticket" descr="img/ticket.png">    </p:cNvPr>
          <p:cNvPicPr>
            <a:picLocks noChangeAspect="1"/>
          </p:cNvPicPr>
          <p:nvPr/>
        </p:nvPicPr>
        <p:blipFill>
          <a:blip r:embed="rId2"/>
          <a:stretch>
            <a:fillRect/>
          </a:stretch>
        </p:blipFill>
        <p:spPr>
          <a:xfrm>
            <a:off x="3657600" y="1463040"/>
            <a:ext cx="1371600" cy="1371600"/>
          </a:xfrm>
          <a:prstGeom prst="rect">
            <a:avLst/>
          </a:prstGeom>
        </p:spPr>
      </p:pic>
      <p:sp>
        <p:nvSpPr>
          <p:cNvPr id="7" name="go-t1"/>
          <p:cNvSpPr/>
          <p:nvPr/>
        </p:nvSpPr>
        <p:spPr>
          <a:xfrm>
            <a:off x="5212080" y="1280160"/>
            <a:ext cx="3474720" cy="1371600"/>
          </a:xfrm>
          <a:prstGeom prst="roundRect">
            <a:avLst>
              <a:gd name="adj" fmla="val 13333"/>
            </a:avLst>
          </a:prstGeom>
          <a:solidFill>
            <a:srgbClr val="FFF4C2"/>
          </a:solidFill>
          <a:ln w="12700">
            <a:solidFill>
              <a:srgbClr val="FFF4C2"/>
            </a:solidFill>
            <a:prstDash val="solid"/>
          </a:ln>
        </p:spPr>
      </p:sp>
      <p:sp>
        <p:nvSpPr>
          <p:cNvPr id="8" name="go-l1"/>
          <p:cNvSpPr txBox="1"/>
          <p:nvPr/>
        </p:nvSpPr>
        <p:spPr>
          <a:xfrm>
            <a:off x="5394960" y="1280160"/>
            <a:ext cx="3200400" cy="1371600"/>
          </a:xfrm>
          <a:prstGeom prst="rect">
            <a:avLst/>
          </a:prstGeom>
          <a:noFill/>
          <a:ln/>
        </p:spPr>
        <p:txBody>
          <a:bodyPr wrap="square" lIns="0" tIns="0" rIns="0" bIns="0" rtlCol="0" anchor="ctr"/>
          <a:lstStyle/>
          <a:p>
            <a:pPr indent="0" marL="0">
              <a:buNone/>
            </a:pPr>
            <a:r>
              <a:rPr lang="en-US" sz="3200" b="1" dirty="0">
                <a:solidFill>
                  <a:schemeClr val="tx2"/>
                </a:solidFill>
              </a:rPr>
              <a:t>Walk, walk, walk!</a:t>
            </a:r>
            <a:endParaRPr lang="en-US" sz="3200" dirty="0"/>
          </a:p>
        </p:txBody>
      </p:sp>
      <p:sp>
        <p:nvSpPr>
          <p:cNvPr id="9" name="go-t2"/>
          <p:cNvSpPr/>
          <p:nvPr/>
        </p:nvSpPr>
        <p:spPr>
          <a:xfrm>
            <a:off x="5212080" y="2834640"/>
            <a:ext cx="3474720" cy="1371600"/>
          </a:xfrm>
          <a:prstGeom prst="roundRect">
            <a:avLst>
              <a:gd name="adj" fmla="val 13333"/>
            </a:avLst>
          </a:prstGeom>
          <a:solidFill>
            <a:srgbClr val="E3F1F8"/>
          </a:solidFill>
          <a:ln w="12700">
            <a:solidFill>
              <a:srgbClr val="E3F1F8"/>
            </a:solidFill>
            <a:prstDash val="solid"/>
          </a:ln>
        </p:spPr>
      </p:sp>
      <p:sp>
        <p:nvSpPr>
          <p:cNvPr id="10" name="go-l2"/>
          <p:cNvSpPr txBox="1"/>
          <p:nvPr/>
        </p:nvSpPr>
        <p:spPr>
          <a:xfrm>
            <a:off x="5394960" y="2834640"/>
            <a:ext cx="3200400" cy="1371600"/>
          </a:xfrm>
          <a:prstGeom prst="rect">
            <a:avLst/>
          </a:prstGeom>
          <a:noFill/>
          <a:ln/>
        </p:spPr>
        <p:txBody>
          <a:bodyPr wrap="square" lIns="0" tIns="0" rIns="0" bIns="0" rtlCol="0" anchor="ctr"/>
          <a:lstStyle/>
          <a:p>
            <a:pPr indent="0" marL="0">
              <a:buNone/>
            </a:pPr>
            <a:r>
              <a:rPr lang="en-US" sz="3200" b="1" dirty="0">
                <a:solidFill>
                  <a:schemeClr val="tx2"/>
                </a:solidFill>
              </a:rPr>
              <a:t>Beep beep!</a:t>
            </a:r>
            <a:endParaRPr lang="en-US" sz="3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4000" b="1" dirty="0">
                <a:solidFill>
                  <a:schemeClr val="tx2"/>
                </a:solidFill>
              </a:rPr>
              <a:t>Shh! Who is at the zoo?</a:t>
            </a:r>
            <a:endParaRPr lang="en-US" sz="4000" dirty="0"/>
          </a:p>
        </p:txBody>
      </p:sp>
      <p:sp>
        <p:nvSpPr>
          <p:cNvPr id="3" name="Text 0"/>
          <p:cNvSpPr/>
          <p:nvPr>
            <p:ph idx="101" type="body" hasCustomPrompt="1"/>
          </p:nvPr>
        </p:nvSpPr>
        <p:spPr>
          <a:xfrm>
            <a:off x="457200" y="4727448"/>
            <a:ext cx="8229600" cy="320040"/>
          </a:xfrm>
          <a:prstGeom prst="rect">
            <a:avLst/>
          </a:prstGeom>
          <a:noFill/>
          <a:ln/>
        </p:spPr>
        <p:txBody>
          <a:bodyPr wrap="square" lIns="0" tIns="0" rIns="0" bIns="0" rtlCol="0" anchor="ctr"/>
          <a:lstStyle/>
          <a:p>
            <a:pPr algn="l" indent="0" marL="0">
              <a:buNone/>
            </a:pPr>
            <a:r>
              <a:rPr lang="en-US" sz="1200" i="1" dirty="0">
                <a:solidFill>
                  <a:schemeClr val="accent5"/>
                </a:solidFill>
              </a:rPr>
              <a:t>Teacher: Whisper. Hand to ear. Make one animal sound (Pwaaah!) and let them guess. Then click to meet the animals.</a:t>
            </a:r>
            <a:endParaRPr lang="en-US" sz="1200" dirty="0"/>
          </a:p>
        </p:txBody>
      </p:sp>
      <p:pic>
        <p:nvPicPr>
          <p:cNvPr id="5" name="shh" descr="img/quiet.png">    </p:cNvPr>
          <p:cNvPicPr>
            <a:picLocks noChangeAspect="1"/>
          </p:cNvPicPr>
          <p:nvPr/>
        </p:nvPicPr>
        <p:blipFill>
          <a:blip r:embed="rId1"/>
          <a:stretch>
            <a:fillRect/>
          </a:stretch>
        </p:blipFill>
        <p:spPr>
          <a:xfrm>
            <a:off x="640080" y="1280160"/>
            <a:ext cx="2194560" cy="2194560"/>
          </a:xfrm>
          <a:prstGeom prst="rect">
            <a:avLst/>
          </a:prstGeom>
        </p:spPr>
      </p:pic>
      <p:pic>
        <p:nvPicPr>
          <p:cNvPr id="6" name="ear" descr="img/ear.png">    </p:cNvPr>
          <p:cNvPicPr>
            <a:picLocks noChangeAspect="1"/>
          </p:cNvPicPr>
          <p:nvPr/>
        </p:nvPicPr>
        <p:blipFill>
          <a:blip r:embed="rId2"/>
          <a:stretch>
            <a:fillRect/>
          </a:stretch>
        </p:blipFill>
        <p:spPr>
          <a:xfrm>
            <a:off x="3474720" y="1280160"/>
            <a:ext cx="2194560" cy="2194560"/>
          </a:xfrm>
          <a:prstGeom prst="rect">
            <a:avLst/>
          </a:prstGeom>
        </p:spPr>
      </p:pic>
      <p:pic>
        <p:nvPicPr>
          <p:cNvPr id="7" name="q" descr="img/question.png">    </p:cNvPr>
          <p:cNvPicPr>
            <a:picLocks noChangeAspect="1"/>
          </p:cNvPicPr>
          <p:nvPr/>
        </p:nvPicPr>
        <p:blipFill>
          <a:blip r:embed="rId3"/>
          <a:stretch>
            <a:fillRect/>
          </a:stretch>
        </p:blipFill>
        <p:spPr>
          <a:xfrm>
            <a:off x="6309360" y="1280160"/>
            <a:ext cx="2194560" cy="2194560"/>
          </a:xfrm>
          <a:prstGeom prst="rect">
            <a:avLst/>
          </a:prstGeom>
        </p:spPr>
      </p:pic>
      <p:sp>
        <p:nvSpPr>
          <p:cNvPr id="8" name="listen"/>
          <p:cNvSpPr txBox="1"/>
          <p:nvPr/>
        </p:nvSpPr>
        <p:spPr>
          <a:xfrm>
            <a:off x="457200" y="3657600"/>
            <a:ext cx="8229600" cy="822960"/>
          </a:xfrm>
          <a:prstGeom prst="rect">
            <a:avLst/>
          </a:prstGeom>
          <a:noFill/>
          <a:ln/>
        </p:spPr>
        <p:txBody>
          <a:bodyPr wrap="square" lIns="0" tIns="0" rIns="0" bIns="0" rtlCol="0" anchor="ctr"/>
          <a:lstStyle/>
          <a:p>
            <a:pPr algn="ctr" indent="0" marL="0">
              <a:buNone/>
            </a:pPr>
            <a:r>
              <a:rPr lang="en-US" sz="4000" b="1" dirty="0">
                <a:solidFill>
                  <a:schemeClr val="tx2"/>
                </a:solidFill>
              </a:rPr>
              <a:t>Listen...</a:t>
            </a:r>
            <a:endParaRPr lang="en-US" sz="4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4000" b="1" dirty="0">
                <a:solidFill>
                  <a:schemeClr val="tx2"/>
                </a:solidFill>
              </a:rPr>
              <a:t>It's an elephant!</a:t>
            </a:r>
            <a:endParaRPr lang="en-US" sz="4000" dirty="0"/>
          </a:p>
        </p:txBody>
      </p:sp>
      <p:sp>
        <p:nvSpPr>
          <p:cNvPr id="3" name="Text 0"/>
          <p:cNvSpPr/>
          <p:nvPr>
            <p:ph idx="101" type="body" hasCustomPrompt="1"/>
          </p:nvPr>
        </p:nvSpPr>
        <p:spPr>
          <a:xfrm>
            <a:off x="457200" y="4727448"/>
            <a:ext cx="8229600" cy="320040"/>
          </a:xfrm>
          <a:prstGeom prst="rect">
            <a:avLst/>
          </a:prstGeom>
          <a:noFill/>
          <a:ln/>
        </p:spPr>
        <p:txBody>
          <a:bodyPr wrap="square" lIns="0" tIns="0" rIns="0" bIns="0" rtlCol="0" anchor="ctr"/>
          <a:lstStyle/>
          <a:p>
            <a:pPr algn="l" indent="0" marL="0">
              <a:buNone/>
            </a:pPr>
            <a:r>
              <a:rPr lang="en-US" sz="1200" i="1" dirty="0">
                <a:solidFill>
                  <a:schemeClr val="accent5"/>
                </a:solidFill>
              </a:rPr>
              <a:t>Teacher: Say it 3 ways (loud, quiet, slow), children repeat. Then action + sound together. Upper KG: "It's an elephant!"</a:t>
            </a:r>
            <a:endParaRPr lang="en-US" sz="1200" dirty="0"/>
          </a:p>
        </p:txBody>
      </p:sp>
      <p:sp>
        <p:nvSpPr>
          <p:cNvPr id="5" name="an-bg-elephant"/>
          <p:cNvSpPr/>
          <p:nvPr/>
        </p:nvSpPr>
        <p:spPr>
          <a:xfrm>
            <a:off x="457200" y="1188720"/>
            <a:ext cx="3474720" cy="3383280"/>
          </a:xfrm>
          <a:prstGeom prst="roundRect">
            <a:avLst>
              <a:gd name="adj" fmla="val 5405"/>
            </a:avLst>
          </a:prstGeom>
          <a:solidFill>
            <a:srgbClr val="E3F1F8"/>
          </a:solidFill>
          <a:ln w="12700">
            <a:solidFill>
              <a:srgbClr val="E3F1F8"/>
            </a:solidFill>
            <a:prstDash val="solid"/>
          </a:ln>
        </p:spPr>
      </p:sp>
      <p:pic>
        <p:nvPicPr>
          <p:cNvPr id="6" name="an-pic-elephant" descr="img/elephant.png">    </p:cNvPr>
          <p:cNvPicPr>
            <a:picLocks noChangeAspect="1"/>
          </p:cNvPicPr>
          <p:nvPr/>
        </p:nvPicPr>
        <p:blipFill>
          <a:blip r:embed="rId1"/>
          <a:stretch>
            <a:fillRect/>
          </a:stretch>
        </p:blipFill>
        <p:spPr>
          <a:xfrm>
            <a:off x="640080" y="1280160"/>
            <a:ext cx="3108960" cy="3108960"/>
          </a:xfrm>
          <a:prstGeom prst="rect">
            <a:avLst/>
          </a:prstGeom>
        </p:spPr>
      </p:pic>
      <p:sp>
        <p:nvSpPr>
          <p:cNvPr id="7" name="an-word-elephant"/>
          <p:cNvSpPr txBox="1"/>
          <p:nvPr/>
        </p:nvSpPr>
        <p:spPr>
          <a:xfrm>
            <a:off x="4206240" y="1143000"/>
            <a:ext cx="4480560" cy="1005840"/>
          </a:xfrm>
          <a:prstGeom prst="rect">
            <a:avLst/>
          </a:prstGeom>
          <a:noFill/>
          <a:ln/>
        </p:spPr>
        <p:txBody>
          <a:bodyPr wrap="square" lIns="0" tIns="0" rIns="0" bIns="0" rtlCol="0" anchor="ctr"/>
          <a:lstStyle/>
          <a:p>
            <a:pPr indent="0" marL="0">
              <a:buNone/>
            </a:pPr>
            <a:r>
              <a:rPr lang="en-US" sz="6000" b="1" dirty="0">
                <a:solidFill>
                  <a:schemeClr val="tx2"/>
                </a:solidFill>
              </a:rPr>
              <a:t>elephant</a:t>
            </a:r>
            <a:endParaRPr lang="en-US" sz="6000" dirty="0"/>
          </a:p>
        </p:txBody>
      </p:sp>
      <p:sp>
        <p:nvSpPr>
          <p:cNvPr id="8" name="an-act-elephant"/>
          <p:cNvSpPr/>
          <p:nvPr/>
        </p:nvSpPr>
        <p:spPr>
          <a:xfrm>
            <a:off x="4206240" y="2240280"/>
            <a:ext cx="4480560" cy="960120"/>
          </a:xfrm>
          <a:prstGeom prst="roundRect">
            <a:avLst>
              <a:gd name="adj" fmla="val 19048"/>
            </a:avLst>
          </a:prstGeom>
          <a:solidFill>
            <a:srgbClr val="FFF4C2"/>
          </a:solidFill>
          <a:ln w="12700">
            <a:solidFill>
              <a:srgbClr val="FFF4C2"/>
            </a:solidFill>
            <a:prstDash val="solid"/>
          </a:ln>
        </p:spPr>
      </p:sp>
      <p:pic>
        <p:nvPicPr>
          <p:cNvPr id="9" name="an-acticon-elephant" descr="img/foot.png">    </p:cNvPr>
          <p:cNvPicPr>
            <a:picLocks noChangeAspect="1"/>
          </p:cNvPicPr>
          <p:nvPr/>
        </p:nvPicPr>
        <p:blipFill>
          <a:blip r:embed="rId2"/>
          <a:stretch>
            <a:fillRect/>
          </a:stretch>
        </p:blipFill>
        <p:spPr>
          <a:xfrm>
            <a:off x="4343400" y="2331720"/>
            <a:ext cx="777240" cy="777240"/>
          </a:xfrm>
          <a:prstGeom prst="rect">
            <a:avLst/>
          </a:prstGeom>
        </p:spPr>
      </p:pic>
      <p:sp>
        <p:nvSpPr>
          <p:cNvPr id="10" name="an-acttext-elephant"/>
          <p:cNvSpPr txBox="1"/>
          <p:nvPr/>
        </p:nvSpPr>
        <p:spPr>
          <a:xfrm>
            <a:off x="5212080" y="2240280"/>
            <a:ext cx="3383280" cy="960120"/>
          </a:xfrm>
          <a:prstGeom prst="rect">
            <a:avLst/>
          </a:prstGeom>
          <a:noFill/>
          <a:ln/>
        </p:spPr>
        <p:txBody>
          <a:bodyPr wrap="square" lIns="0" tIns="0" rIns="0" bIns="0" rtlCol="0" anchor="ctr"/>
          <a:lstStyle/>
          <a:p>
            <a:pPr indent="0" marL="0">
              <a:buNone/>
            </a:pPr>
            <a:r>
              <a:rPr lang="en-US" sz="3200" b="1" dirty="0">
                <a:solidFill>
                  <a:schemeClr val="tx2"/>
                </a:solidFill>
              </a:rPr>
              <a:t>Stomp!</a:t>
            </a:r>
            <a:endParaRPr lang="en-US" sz="3200" dirty="0"/>
          </a:p>
        </p:txBody>
      </p:sp>
      <p:sp>
        <p:nvSpPr>
          <p:cNvPr id="11" name="an-snd-elephant"/>
          <p:cNvSpPr/>
          <p:nvPr/>
        </p:nvSpPr>
        <p:spPr>
          <a:xfrm>
            <a:off x="4206240" y="3291840"/>
            <a:ext cx="4480560" cy="960120"/>
          </a:xfrm>
          <a:prstGeom prst="roundRect">
            <a:avLst>
              <a:gd name="adj" fmla="val 19048"/>
            </a:avLst>
          </a:prstGeom>
          <a:solidFill>
            <a:srgbClr val="E8F5EC"/>
          </a:solidFill>
          <a:ln w="12700">
            <a:solidFill>
              <a:srgbClr val="E8F5EC"/>
            </a:solidFill>
            <a:prstDash val="solid"/>
          </a:ln>
        </p:spPr>
      </p:sp>
      <p:pic>
        <p:nvPicPr>
          <p:cNvPr id="12" name="an-sndicon-elephant" descr="img/loud.png">    </p:cNvPr>
          <p:cNvPicPr>
            <a:picLocks noChangeAspect="1"/>
          </p:cNvPicPr>
          <p:nvPr/>
        </p:nvPicPr>
        <p:blipFill>
          <a:blip r:embed="rId3"/>
          <a:stretch>
            <a:fillRect/>
          </a:stretch>
        </p:blipFill>
        <p:spPr>
          <a:xfrm>
            <a:off x="4343400" y="3383280"/>
            <a:ext cx="777240" cy="777240"/>
          </a:xfrm>
          <a:prstGeom prst="rect">
            <a:avLst/>
          </a:prstGeom>
        </p:spPr>
      </p:pic>
      <p:sp>
        <p:nvSpPr>
          <p:cNvPr id="13" name="an-sndtext-elephant"/>
          <p:cNvSpPr txBox="1"/>
          <p:nvPr/>
        </p:nvSpPr>
        <p:spPr>
          <a:xfrm>
            <a:off x="5212080" y="3291840"/>
            <a:ext cx="3383280" cy="960120"/>
          </a:xfrm>
          <a:prstGeom prst="rect">
            <a:avLst/>
          </a:prstGeom>
          <a:noFill/>
          <a:ln/>
        </p:spPr>
        <p:txBody>
          <a:bodyPr wrap="square" lIns="0" tIns="0" rIns="0" bIns="0" rtlCol="0" anchor="ctr"/>
          <a:lstStyle/>
          <a:p>
            <a:pPr indent="0" marL="0">
              <a:buNone/>
            </a:pPr>
            <a:r>
              <a:rPr lang="en-US" sz="3200" b="1" dirty="0">
                <a:solidFill>
                  <a:schemeClr val="tx2"/>
                </a:solidFill>
              </a:rPr>
              <a:t>Pwaaah!</a:t>
            </a:r>
            <a:endParaRPr lang="en-US" sz="3200" dirty="0"/>
          </a:p>
        </p:txBody>
      </p:sp>
      <p:pic>
        <p:nvPicPr>
          <p:cNvPr id="14" name="an-way-elephant-0" descr="img/loud.png">    </p:cNvPr>
          <p:cNvPicPr>
            <a:picLocks noChangeAspect="1"/>
          </p:cNvPicPr>
          <p:nvPr/>
        </p:nvPicPr>
        <p:blipFill>
          <a:blip r:embed="rId4"/>
          <a:stretch>
            <a:fillRect/>
          </a:stretch>
        </p:blipFill>
        <p:spPr>
          <a:xfrm>
            <a:off x="4297680" y="4315968"/>
            <a:ext cx="384048" cy="384048"/>
          </a:xfrm>
          <a:prstGeom prst="rect">
            <a:avLst/>
          </a:prstGeom>
        </p:spPr>
      </p:pic>
      <p:sp>
        <p:nvSpPr>
          <p:cNvPr id="15" name="an-wayt-elephant-0"/>
          <p:cNvSpPr txBox="1"/>
          <p:nvPr/>
        </p:nvSpPr>
        <p:spPr>
          <a:xfrm>
            <a:off x="4727448" y="4315968"/>
            <a:ext cx="1005840" cy="384048"/>
          </a:xfrm>
          <a:prstGeom prst="rect">
            <a:avLst/>
          </a:prstGeom>
          <a:noFill/>
          <a:ln/>
        </p:spPr>
        <p:txBody>
          <a:bodyPr wrap="square" lIns="0" tIns="0" rIns="0" bIns="0" rtlCol="0" anchor="ctr"/>
          <a:lstStyle/>
          <a:p>
            <a:pPr indent="0" marL="0">
              <a:buNone/>
            </a:pPr>
            <a:r>
              <a:rPr lang="en-US" sz="1400" dirty="0">
                <a:solidFill>
                  <a:schemeClr val="accent5"/>
                </a:solidFill>
              </a:rPr>
              <a:t>loud</a:t>
            </a:r>
            <a:endParaRPr lang="en-US" sz="1400" dirty="0"/>
          </a:p>
        </p:txBody>
      </p:sp>
      <p:pic>
        <p:nvPicPr>
          <p:cNvPr id="16" name="an-way-elephant-1" descr="img/quiet.png">    </p:cNvPr>
          <p:cNvPicPr>
            <a:picLocks noChangeAspect="1"/>
          </p:cNvPicPr>
          <p:nvPr/>
        </p:nvPicPr>
        <p:blipFill>
          <a:blip r:embed="rId5"/>
          <a:stretch>
            <a:fillRect/>
          </a:stretch>
        </p:blipFill>
        <p:spPr>
          <a:xfrm>
            <a:off x="5760720" y="4315968"/>
            <a:ext cx="384048" cy="384048"/>
          </a:xfrm>
          <a:prstGeom prst="rect">
            <a:avLst/>
          </a:prstGeom>
        </p:spPr>
      </p:pic>
      <p:sp>
        <p:nvSpPr>
          <p:cNvPr id="17" name="an-wayt-elephant-1"/>
          <p:cNvSpPr txBox="1"/>
          <p:nvPr/>
        </p:nvSpPr>
        <p:spPr>
          <a:xfrm>
            <a:off x="6190488" y="4315968"/>
            <a:ext cx="1005840" cy="384048"/>
          </a:xfrm>
          <a:prstGeom prst="rect">
            <a:avLst/>
          </a:prstGeom>
          <a:noFill/>
          <a:ln/>
        </p:spPr>
        <p:txBody>
          <a:bodyPr wrap="square" lIns="0" tIns="0" rIns="0" bIns="0" rtlCol="0" anchor="ctr"/>
          <a:lstStyle/>
          <a:p>
            <a:pPr indent="0" marL="0">
              <a:buNone/>
            </a:pPr>
            <a:r>
              <a:rPr lang="en-US" sz="1400" dirty="0">
                <a:solidFill>
                  <a:schemeClr val="accent5"/>
                </a:solidFill>
              </a:rPr>
              <a:t>quiet</a:t>
            </a:r>
            <a:endParaRPr lang="en-US" sz="1400" dirty="0"/>
          </a:p>
        </p:txBody>
      </p:sp>
      <p:pic>
        <p:nvPicPr>
          <p:cNvPr id="18" name="an-way-elephant-2" descr="img/slow.png">    </p:cNvPr>
          <p:cNvPicPr>
            <a:picLocks noChangeAspect="1"/>
          </p:cNvPicPr>
          <p:nvPr/>
        </p:nvPicPr>
        <p:blipFill>
          <a:blip r:embed="rId6"/>
          <a:stretch>
            <a:fillRect/>
          </a:stretch>
        </p:blipFill>
        <p:spPr>
          <a:xfrm>
            <a:off x="7223760" y="4315968"/>
            <a:ext cx="384048" cy="384048"/>
          </a:xfrm>
          <a:prstGeom prst="rect">
            <a:avLst/>
          </a:prstGeom>
        </p:spPr>
      </p:pic>
      <p:sp>
        <p:nvSpPr>
          <p:cNvPr id="19" name="an-wayt-elephant-2"/>
          <p:cNvSpPr txBox="1"/>
          <p:nvPr/>
        </p:nvSpPr>
        <p:spPr>
          <a:xfrm>
            <a:off x="7653528" y="4315968"/>
            <a:ext cx="1005840" cy="384048"/>
          </a:xfrm>
          <a:prstGeom prst="rect">
            <a:avLst/>
          </a:prstGeom>
          <a:noFill/>
          <a:ln/>
        </p:spPr>
        <p:txBody>
          <a:bodyPr wrap="square" lIns="0" tIns="0" rIns="0" bIns="0" rtlCol="0" anchor="ctr"/>
          <a:lstStyle/>
          <a:p>
            <a:pPr indent="0" marL="0">
              <a:buNone/>
            </a:pPr>
            <a:r>
              <a:rPr lang="en-US" sz="1400" dirty="0">
                <a:solidFill>
                  <a:schemeClr val="accent5"/>
                </a:solidFill>
              </a:rPr>
              <a:t>slow</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4000" b="1" dirty="0">
                <a:solidFill>
                  <a:schemeClr val="tx2"/>
                </a:solidFill>
              </a:rPr>
              <a:t>It's a kangaroo!</a:t>
            </a:r>
            <a:endParaRPr lang="en-US" sz="4000" dirty="0"/>
          </a:p>
        </p:txBody>
      </p:sp>
      <p:sp>
        <p:nvSpPr>
          <p:cNvPr id="3" name="Text 0"/>
          <p:cNvSpPr/>
          <p:nvPr>
            <p:ph idx="101" type="body" hasCustomPrompt="1"/>
          </p:nvPr>
        </p:nvSpPr>
        <p:spPr>
          <a:xfrm>
            <a:off x="457200" y="4727448"/>
            <a:ext cx="8229600" cy="320040"/>
          </a:xfrm>
          <a:prstGeom prst="rect">
            <a:avLst/>
          </a:prstGeom>
          <a:noFill/>
          <a:ln/>
        </p:spPr>
        <p:txBody>
          <a:bodyPr wrap="square" lIns="0" tIns="0" rIns="0" bIns="0" rtlCol="0" anchor="ctr"/>
          <a:lstStyle/>
          <a:p>
            <a:pPr algn="l" indent="0" marL="0">
              <a:buNone/>
            </a:pPr>
            <a:r>
              <a:rPr lang="en-US" sz="1200" i="1" dirty="0">
                <a:solidFill>
                  <a:schemeClr val="accent5"/>
                </a:solidFill>
              </a:rPr>
              <a:t>Teacher: Say it 3 ways (loud, quiet, slow), children repeat. Then action + sound together. Upper KG: "It's a kangaroo!"</a:t>
            </a:r>
            <a:endParaRPr lang="en-US" sz="1200" dirty="0"/>
          </a:p>
        </p:txBody>
      </p:sp>
      <p:sp>
        <p:nvSpPr>
          <p:cNvPr id="5" name="an-bg-kangaroo"/>
          <p:cNvSpPr/>
          <p:nvPr/>
        </p:nvSpPr>
        <p:spPr>
          <a:xfrm>
            <a:off x="457200" y="1188720"/>
            <a:ext cx="3474720" cy="3383280"/>
          </a:xfrm>
          <a:prstGeom prst="roundRect">
            <a:avLst>
              <a:gd name="adj" fmla="val 5405"/>
            </a:avLst>
          </a:prstGeom>
          <a:solidFill>
            <a:srgbClr val="E3F1F8"/>
          </a:solidFill>
          <a:ln w="12700">
            <a:solidFill>
              <a:srgbClr val="E3F1F8"/>
            </a:solidFill>
            <a:prstDash val="solid"/>
          </a:ln>
        </p:spPr>
      </p:sp>
      <p:pic>
        <p:nvPicPr>
          <p:cNvPr id="6" name="an-pic-kangaroo" descr="img/kangaroo.png">    </p:cNvPr>
          <p:cNvPicPr>
            <a:picLocks noChangeAspect="1"/>
          </p:cNvPicPr>
          <p:nvPr/>
        </p:nvPicPr>
        <p:blipFill>
          <a:blip r:embed="rId1"/>
          <a:stretch>
            <a:fillRect/>
          </a:stretch>
        </p:blipFill>
        <p:spPr>
          <a:xfrm>
            <a:off x="640080" y="1280160"/>
            <a:ext cx="3108960" cy="3108960"/>
          </a:xfrm>
          <a:prstGeom prst="rect">
            <a:avLst/>
          </a:prstGeom>
        </p:spPr>
      </p:pic>
      <p:sp>
        <p:nvSpPr>
          <p:cNvPr id="7" name="an-word-kangaroo"/>
          <p:cNvSpPr txBox="1"/>
          <p:nvPr/>
        </p:nvSpPr>
        <p:spPr>
          <a:xfrm>
            <a:off x="4206240" y="1143000"/>
            <a:ext cx="4480560" cy="1005840"/>
          </a:xfrm>
          <a:prstGeom prst="rect">
            <a:avLst/>
          </a:prstGeom>
          <a:noFill/>
          <a:ln/>
        </p:spPr>
        <p:txBody>
          <a:bodyPr wrap="square" lIns="0" tIns="0" rIns="0" bIns="0" rtlCol="0" anchor="ctr"/>
          <a:lstStyle/>
          <a:p>
            <a:pPr indent="0" marL="0">
              <a:buNone/>
            </a:pPr>
            <a:r>
              <a:rPr lang="en-US" sz="6000" b="1" dirty="0">
                <a:solidFill>
                  <a:schemeClr val="tx2"/>
                </a:solidFill>
              </a:rPr>
              <a:t>kangaroo</a:t>
            </a:r>
            <a:endParaRPr lang="en-US" sz="6000" dirty="0"/>
          </a:p>
        </p:txBody>
      </p:sp>
      <p:sp>
        <p:nvSpPr>
          <p:cNvPr id="8" name="an-act-kangaroo"/>
          <p:cNvSpPr/>
          <p:nvPr/>
        </p:nvSpPr>
        <p:spPr>
          <a:xfrm>
            <a:off x="4206240" y="2240280"/>
            <a:ext cx="4480560" cy="960120"/>
          </a:xfrm>
          <a:prstGeom prst="roundRect">
            <a:avLst>
              <a:gd name="adj" fmla="val 19048"/>
            </a:avLst>
          </a:prstGeom>
          <a:solidFill>
            <a:srgbClr val="FFF4C2"/>
          </a:solidFill>
          <a:ln w="12700">
            <a:solidFill>
              <a:srgbClr val="FFF4C2"/>
            </a:solidFill>
            <a:prstDash val="solid"/>
          </a:ln>
        </p:spPr>
      </p:sp>
      <p:pic>
        <p:nvPicPr>
          <p:cNvPr id="9" name="an-acticon-kangaroo" descr="img/jump.png">    </p:cNvPr>
          <p:cNvPicPr>
            <a:picLocks noChangeAspect="1"/>
          </p:cNvPicPr>
          <p:nvPr/>
        </p:nvPicPr>
        <p:blipFill>
          <a:blip r:embed="rId2"/>
          <a:stretch>
            <a:fillRect/>
          </a:stretch>
        </p:blipFill>
        <p:spPr>
          <a:xfrm>
            <a:off x="4343400" y="2331720"/>
            <a:ext cx="777240" cy="777240"/>
          </a:xfrm>
          <a:prstGeom prst="rect">
            <a:avLst/>
          </a:prstGeom>
        </p:spPr>
      </p:pic>
      <p:sp>
        <p:nvSpPr>
          <p:cNvPr id="10" name="an-acttext-kangaroo"/>
          <p:cNvSpPr txBox="1"/>
          <p:nvPr/>
        </p:nvSpPr>
        <p:spPr>
          <a:xfrm>
            <a:off x="5212080" y="2240280"/>
            <a:ext cx="3383280" cy="960120"/>
          </a:xfrm>
          <a:prstGeom prst="rect">
            <a:avLst/>
          </a:prstGeom>
          <a:noFill/>
          <a:ln/>
        </p:spPr>
        <p:txBody>
          <a:bodyPr wrap="square" lIns="0" tIns="0" rIns="0" bIns="0" rtlCol="0" anchor="ctr"/>
          <a:lstStyle/>
          <a:p>
            <a:pPr indent="0" marL="0">
              <a:buNone/>
            </a:pPr>
            <a:r>
              <a:rPr lang="en-US" sz="3200" b="1" dirty="0">
                <a:solidFill>
                  <a:schemeClr val="tx2"/>
                </a:solidFill>
              </a:rPr>
              <a:t>Jump!</a:t>
            </a:r>
            <a:endParaRPr lang="en-US" sz="3200" dirty="0"/>
          </a:p>
        </p:txBody>
      </p:sp>
      <p:sp>
        <p:nvSpPr>
          <p:cNvPr id="11" name="an-snd-kangaroo"/>
          <p:cNvSpPr/>
          <p:nvPr/>
        </p:nvSpPr>
        <p:spPr>
          <a:xfrm>
            <a:off x="4206240" y="3291840"/>
            <a:ext cx="4480560" cy="960120"/>
          </a:xfrm>
          <a:prstGeom prst="roundRect">
            <a:avLst>
              <a:gd name="adj" fmla="val 19048"/>
            </a:avLst>
          </a:prstGeom>
          <a:solidFill>
            <a:srgbClr val="E8F5EC"/>
          </a:solidFill>
          <a:ln w="12700">
            <a:solidFill>
              <a:srgbClr val="E8F5EC"/>
            </a:solidFill>
            <a:prstDash val="solid"/>
          </a:ln>
        </p:spPr>
      </p:sp>
      <p:pic>
        <p:nvPicPr>
          <p:cNvPr id="12" name="an-sndicon-kangaroo" descr="img/loud.png">    </p:cNvPr>
          <p:cNvPicPr>
            <a:picLocks noChangeAspect="1"/>
          </p:cNvPicPr>
          <p:nvPr/>
        </p:nvPicPr>
        <p:blipFill>
          <a:blip r:embed="rId3"/>
          <a:stretch>
            <a:fillRect/>
          </a:stretch>
        </p:blipFill>
        <p:spPr>
          <a:xfrm>
            <a:off x="4343400" y="3383280"/>
            <a:ext cx="777240" cy="777240"/>
          </a:xfrm>
          <a:prstGeom prst="rect">
            <a:avLst/>
          </a:prstGeom>
        </p:spPr>
      </p:pic>
      <p:sp>
        <p:nvSpPr>
          <p:cNvPr id="13" name="an-sndtext-kangaroo"/>
          <p:cNvSpPr txBox="1"/>
          <p:nvPr/>
        </p:nvSpPr>
        <p:spPr>
          <a:xfrm>
            <a:off x="5212080" y="3291840"/>
            <a:ext cx="3383280" cy="960120"/>
          </a:xfrm>
          <a:prstGeom prst="rect">
            <a:avLst/>
          </a:prstGeom>
          <a:noFill/>
          <a:ln/>
        </p:spPr>
        <p:txBody>
          <a:bodyPr wrap="square" lIns="0" tIns="0" rIns="0" bIns="0" rtlCol="0" anchor="ctr"/>
          <a:lstStyle/>
          <a:p>
            <a:pPr indent="0" marL="0">
              <a:buNone/>
            </a:pPr>
            <a:r>
              <a:rPr lang="en-US" sz="3200" b="1" dirty="0">
                <a:solidFill>
                  <a:schemeClr val="tx2"/>
                </a:solidFill>
              </a:rPr>
              <a:t>Boing, boing!</a:t>
            </a:r>
            <a:endParaRPr lang="en-US" sz="3200" dirty="0"/>
          </a:p>
        </p:txBody>
      </p:sp>
      <p:pic>
        <p:nvPicPr>
          <p:cNvPr id="14" name="an-way-kangaroo-0" descr="img/loud.png">    </p:cNvPr>
          <p:cNvPicPr>
            <a:picLocks noChangeAspect="1"/>
          </p:cNvPicPr>
          <p:nvPr/>
        </p:nvPicPr>
        <p:blipFill>
          <a:blip r:embed="rId4"/>
          <a:stretch>
            <a:fillRect/>
          </a:stretch>
        </p:blipFill>
        <p:spPr>
          <a:xfrm>
            <a:off x="4297680" y="4315968"/>
            <a:ext cx="384048" cy="384048"/>
          </a:xfrm>
          <a:prstGeom prst="rect">
            <a:avLst/>
          </a:prstGeom>
        </p:spPr>
      </p:pic>
      <p:sp>
        <p:nvSpPr>
          <p:cNvPr id="15" name="an-wayt-kangaroo-0"/>
          <p:cNvSpPr txBox="1"/>
          <p:nvPr/>
        </p:nvSpPr>
        <p:spPr>
          <a:xfrm>
            <a:off x="4727448" y="4315968"/>
            <a:ext cx="1005840" cy="384048"/>
          </a:xfrm>
          <a:prstGeom prst="rect">
            <a:avLst/>
          </a:prstGeom>
          <a:noFill/>
          <a:ln/>
        </p:spPr>
        <p:txBody>
          <a:bodyPr wrap="square" lIns="0" tIns="0" rIns="0" bIns="0" rtlCol="0" anchor="ctr"/>
          <a:lstStyle/>
          <a:p>
            <a:pPr indent="0" marL="0">
              <a:buNone/>
            </a:pPr>
            <a:r>
              <a:rPr lang="en-US" sz="1400" dirty="0">
                <a:solidFill>
                  <a:schemeClr val="accent5"/>
                </a:solidFill>
              </a:rPr>
              <a:t>loud</a:t>
            </a:r>
            <a:endParaRPr lang="en-US" sz="1400" dirty="0"/>
          </a:p>
        </p:txBody>
      </p:sp>
      <p:pic>
        <p:nvPicPr>
          <p:cNvPr id="16" name="an-way-kangaroo-1" descr="img/quiet.png">    </p:cNvPr>
          <p:cNvPicPr>
            <a:picLocks noChangeAspect="1"/>
          </p:cNvPicPr>
          <p:nvPr/>
        </p:nvPicPr>
        <p:blipFill>
          <a:blip r:embed="rId5"/>
          <a:stretch>
            <a:fillRect/>
          </a:stretch>
        </p:blipFill>
        <p:spPr>
          <a:xfrm>
            <a:off x="5760720" y="4315968"/>
            <a:ext cx="384048" cy="384048"/>
          </a:xfrm>
          <a:prstGeom prst="rect">
            <a:avLst/>
          </a:prstGeom>
        </p:spPr>
      </p:pic>
      <p:sp>
        <p:nvSpPr>
          <p:cNvPr id="17" name="an-wayt-kangaroo-1"/>
          <p:cNvSpPr txBox="1"/>
          <p:nvPr/>
        </p:nvSpPr>
        <p:spPr>
          <a:xfrm>
            <a:off x="6190488" y="4315968"/>
            <a:ext cx="1005840" cy="384048"/>
          </a:xfrm>
          <a:prstGeom prst="rect">
            <a:avLst/>
          </a:prstGeom>
          <a:noFill/>
          <a:ln/>
        </p:spPr>
        <p:txBody>
          <a:bodyPr wrap="square" lIns="0" tIns="0" rIns="0" bIns="0" rtlCol="0" anchor="ctr"/>
          <a:lstStyle/>
          <a:p>
            <a:pPr indent="0" marL="0">
              <a:buNone/>
            </a:pPr>
            <a:r>
              <a:rPr lang="en-US" sz="1400" dirty="0">
                <a:solidFill>
                  <a:schemeClr val="accent5"/>
                </a:solidFill>
              </a:rPr>
              <a:t>quiet</a:t>
            </a:r>
            <a:endParaRPr lang="en-US" sz="1400" dirty="0"/>
          </a:p>
        </p:txBody>
      </p:sp>
      <p:pic>
        <p:nvPicPr>
          <p:cNvPr id="18" name="an-way-kangaroo-2" descr="img/slow.png">    </p:cNvPr>
          <p:cNvPicPr>
            <a:picLocks noChangeAspect="1"/>
          </p:cNvPicPr>
          <p:nvPr/>
        </p:nvPicPr>
        <p:blipFill>
          <a:blip r:embed="rId6"/>
          <a:stretch>
            <a:fillRect/>
          </a:stretch>
        </p:blipFill>
        <p:spPr>
          <a:xfrm>
            <a:off x="7223760" y="4315968"/>
            <a:ext cx="384048" cy="384048"/>
          </a:xfrm>
          <a:prstGeom prst="rect">
            <a:avLst/>
          </a:prstGeom>
        </p:spPr>
      </p:pic>
      <p:sp>
        <p:nvSpPr>
          <p:cNvPr id="19" name="an-wayt-kangaroo-2"/>
          <p:cNvSpPr txBox="1"/>
          <p:nvPr/>
        </p:nvSpPr>
        <p:spPr>
          <a:xfrm>
            <a:off x="7653528" y="4315968"/>
            <a:ext cx="1005840" cy="384048"/>
          </a:xfrm>
          <a:prstGeom prst="rect">
            <a:avLst/>
          </a:prstGeom>
          <a:noFill/>
          <a:ln/>
        </p:spPr>
        <p:txBody>
          <a:bodyPr wrap="square" lIns="0" tIns="0" rIns="0" bIns="0" rtlCol="0" anchor="ctr"/>
          <a:lstStyle/>
          <a:p>
            <a:pPr indent="0" marL="0">
              <a:buNone/>
            </a:pPr>
            <a:r>
              <a:rPr lang="en-US" sz="1400" dirty="0">
                <a:solidFill>
                  <a:schemeClr val="accent5"/>
                </a:solidFill>
              </a:rPr>
              <a:t>slow</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4000" b="1" dirty="0">
                <a:solidFill>
                  <a:schemeClr val="tx2"/>
                </a:solidFill>
              </a:rPr>
              <a:t>It's a monkey!</a:t>
            </a:r>
            <a:endParaRPr lang="en-US" sz="4000" dirty="0"/>
          </a:p>
        </p:txBody>
      </p:sp>
      <p:sp>
        <p:nvSpPr>
          <p:cNvPr id="3" name="Text 0"/>
          <p:cNvSpPr/>
          <p:nvPr>
            <p:ph idx="101" type="body" hasCustomPrompt="1"/>
          </p:nvPr>
        </p:nvSpPr>
        <p:spPr>
          <a:xfrm>
            <a:off x="457200" y="4727448"/>
            <a:ext cx="8229600" cy="320040"/>
          </a:xfrm>
          <a:prstGeom prst="rect">
            <a:avLst/>
          </a:prstGeom>
          <a:noFill/>
          <a:ln/>
        </p:spPr>
        <p:txBody>
          <a:bodyPr wrap="square" lIns="0" tIns="0" rIns="0" bIns="0" rtlCol="0" anchor="ctr"/>
          <a:lstStyle/>
          <a:p>
            <a:pPr algn="l" indent="0" marL="0">
              <a:buNone/>
            </a:pPr>
            <a:r>
              <a:rPr lang="en-US" sz="1200" i="1" dirty="0">
                <a:solidFill>
                  <a:schemeClr val="accent5"/>
                </a:solidFill>
              </a:rPr>
              <a:t>Teacher: Say it 3 ways (loud, quiet, slow), children repeat. Then action + sound together. Upper KG: "It's a monkey!"</a:t>
            </a:r>
            <a:endParaRPr lang="en-US" sz="1200" dirty="0"/>
          </a:p>
        </p:txBody>
      </p:sp>
      <p:sp>
        <p:nvSpPr>
          <p:cNvPr id="5" name="an-bg-monkey"/>
          <p:cNvSpPr/>
          <p:nvPr/>
        </p:nvSpPr>
        <p:spPr>
          <a:xfrm>
            <a:off x="457200" y="1188720"/>
            <a:ext cx="3474720" cy="3383280"/>
          </a:xfrm>
          <a:prstGeom prst="roundRect">
            <a:avLst>
              <a:gd name="adj" fmla="val 5405"/>
            </a:avLst>
          </a:prstGeom>
          <a:solidFill>
            <a:srgbClr val="E3F1F8"/>
          </a:solidFill>
          <a:ln w="12700">
            <a:solidFill>
              <a:srgbClr val="E3F1F8"/>
            </a:solidFill>
            <a:prstDash val="solid"/>
          </a:ln>
        </p:spPr>
      </p:sp>
      <p:pic>
        <p:nvPicPr>
          <p:cNvPr id="6" name="an-pic-monkey" descr="img/monkey.png">    </p:cNvPr>
          <p:cNvPicPr>
            <a:picLocks noChangeAspect="1"/>
          </p:cNvPicPr>
          <p:nvPr/>
        </p:nvPicPr>
        <p:blipFill>
          <a:blip r:embed="rId1"/>
          <a:stretch>
            <a:fillRect/>
          </a:stretch>
        </p:blipFill>
        <p:spPr>
          <a:xfrm>
            <a:off x="640080" y="1280160"/>
            <a:ext cx="3108960" cy="3108960"/>
          </a:xfrm>
          <a:prstGeom prst="rect">
            <a:avLst/>
          </a:prstGeom>
        </p:spPr>
      </p:pic>
      <p:sp>
        <p:nvSpPr>
          <p:cNvPr id="7" name="an-word-monkey"/>
          <p:cNvSpPr txBox="1"/>
          <p:nvPr/>
        </p:nvSpPr>
        <p:spPr>
          <a:xfrm>
            <a:off x="4206240" y="1143000"/>
            <a:ext cx="4480560" cy="1005840"/>
          </a:xfrm>
          <a:prstGeom prst="rect">
            <a:avLst/>
          </a:prstGeom>
          <a:noFill/>
          <a:ln/>
        </p:spPr>
        <p:txBody>
          <a:bodyPr wrap="square" lIns="0" tIns="0" rIns="0" bIns="0" rtlCol="0" anchor="ctr"/>
          <a:lstStyle/>
          <a:p>
            <a:pPr indent="0" marL="0">
              <a:buNone/>
            </a:pPr>
            <a:r>
              <a:rPr lang="en-US" sz="6000" b="1" dirty="0">
                <a:solidFill>
                  <a:schemeClr val="tx2"/>
                </a:solidFill>
              </a:rPr>
              <a:t>monkey</a:t>
            </a:r>
            <a:endParaRPr lang="en-US" sz="6000" dirty="0"/>
          </a:p>
        </p:txBody>
      </p:sp>
      <p:sp>
        <p:nvSpPr>
          <p:cNvPr id="8" name="an-act-monkey"/>
          <p:cNvSpPr/>
          <p:nvPr/>
        </p:nvSpPr>
        <p:spPr>
          <a:xfrm>
            <a:off x="4206240" y="2240280"/>
            <a:ext cx="4480560" cy="960120"/>
          </a:xfrm>
          <a:prstGeom prst="roundRect">
            <a:avLst>
              <a:gd name="adj" fmla="val 19048"/>
            </a:avLst>
          </a:prstGeom>
          <a:solidFill>
            <a:srgbClr val="FFF4C2"/>
          </a:solidFill>
          <a:ln w="12700">
            <a:solidFill>
              <a:srgbClr val="FFF4C2"/>
            </a:solidFill>
            <a:prstDash val="solid"/>
          </a:ln>
        </p:spPr>
      </p:sp>
      <p:pic>
        <p:nvPicPr>
          <p:cNvPr id="9" name="an-acticon-monkey" descr="img/hands.png">    </p:cNvPr>
          <p:cNvPicPr>
            <a:picLocks noChangeAspect="1"/>
          </p:cNvPicPr>
          <p:nvPr/>
        </p:nvPicPr>
        <p:blipFill>
          <a:blip r:embed="rId2"/>
          <a:stretch>
            <a:fillRect/>
          </a:stretch>
        </p:blipFill>
        <p:spPr>
          <a:xfrm>
            <a:off x="4343400" y="2331720"/>
            <a:ext cx="777240" cy="777240"/>
          </a:xfrm>
          <a:prstGeom prst="rect">
            <a:avLst/>
          </a:prstGeom>
        </p:spPr>
      </p:pic>
      <p:sp>
        <p:nvSpPr>
          <p:cNvPr id="10" name="an-acttext-monkey"/>
          <p:cNvSpPr txBox="1"/>
          <p:nvPr/>
        </p:nvSpPr>
        <p:spPr>
          <a:xfrm>
            <a:off x="5212080" y="2240280"/>
            <a:ext cx="3383280" cy="960120"/>
          </a:xfrm>
          <a:prstGeom prst="rect">
            <a:avLst/>
          </a:prstGeom>
          <a:noFill/>
          <a:ln/>
        </p:spPr>
        <p:txBody>
          <a:bodyPr wrap="square" lIns="0" tIns="0" rIns="0" bIns="0" rtlCol="0" anchor="ctr"/>
          <a:lstStyle/>
          <a:p>
            <a:pPr indent="0" marL="0">
              <a:buNone/>
            </a:pPr>
            <a:r>
              <a:rPr lang="en-US" sz="3200" b="1" dirty="0">
                <a:solidFill>
                  <a:schemeClr val="tx2"/>
                </a:solidFill>
              </a:rPr>
              <a:t>Swing!</a:t>
            </a:r>
            <a:endParaRPr lang="en-US" sz="3200" dirty="0"/>
          </a:p>
        </p:txBody>
      </p:sp>
      <p:sp>
        <p:nvSpPr>
          <p:cNvPr id="11" name="an-snd-monkey"/>
          <p:cNvSpPr/>
          <p:nvPr/>
        </p:nvSpPr>
        <p:spPr>
          <a:xfrm>
            <a:off x="4206240" y="3291840"/>
            <a:ext cx="4480560" cy="960120"/>
          </a:xfrm>
          <a:prstGeom prst="roundRect">
            <a:avLst>
              <a:gd name="adj" fmla="val 19048"/>
            </a:avLst>
          </a:prstGeom>
          <a:solidFill>
            <a:srgbClr val="E8F5EC"/>
          </a:solidFill>
          <a:ln w="12700">
            <a:solidFill>
              <a:srgbClr val="E8F5EC"/>
            </a:solidFill>
            <a:prstDash val="solid"/>
          </a:ln>
        </p:spPr>
      </p:sp>
      <p:pic>
        <p:nvPicPr>
          <p:cNvPr id="12" name="an-sndicon-monkey" descr="img/loud.png">    </p:cNvPr>
          <p:cNvPicPr>
            <a:picLocks noChangeAspect="1"/>
          </p:cNvPicPr>
          <p:nvPr/>
        </p:nvPicPr>
        <p:blipFill>
          <a:blip r:embed="rId3"/>
          <a:stretch>
            <a:fillRect/>
          </a:stretch>
        </p:blipFill>
        <p:spPr>
          <a:xfrm>
            <a:off x="4343400" y="3383280"/>
            <a:ext cx="777240" cy="777240"/>
          </a:xfrm>
          <a:prstGeom prst="rect">
            <a:avLst/>
          </a:prstGeom>
        </p:spPr>
      </p:pic>
      <p:sp>
        <p:nvSpPr>
          <p:cNvPr id="13" name="an-sndtext-monkey"/>
          <p:cNvSpPr txBox="1"/>
          <p:nvPr/>
        </p:nvSpPr>
        <p:spPr>
          <a:xfrm>
            <a:off x="5212080" y="3291840"/>
            <a:ext cx="3383280" cy="960120"/>
          </a:xfrm>
          <a:prstGeom prst="rect">
            <a:avLst/>
          </a:prstGeom>
          <a:noFill/>
          <a:ln/>
        </p:spPr>
        <p:txBody>
          <a:bodyPr wrap="square" lIns="0" tIns="0" rIns="0" bIns="0" rtlCol="0" anchor="ctr"/>
          <a:lstStyle/>
          <a:p>
            <a:pPr indent="0" marL="0">
              <a:buNone/>
            </a:pPr>
            <a:r>
              <a:rPr lang="en-US" sz="3200" b="1" dirty="0">
                <a:solidFill>
                  <a:schemeClr val="tx2"/>
                </a:solidFill>
              </a:rPr>
              <a:t>Ooh ooh, ah ah!</a:t>
            </a:r>
            <a:endParaRPr lang="en-US" sz="3200" dirty="0"/>
          </a:p>
        </p:txBody>
      </p:sp>
      <p:pic>
        <p:nvPicPr>
          <p:cNvPr id="14" name="an-way-monkey-0" descr="img/loud.png">    </p:cNvPr>
          <p:cNvPicPr>
            <a:picLocks noChangeAspect="1"/>
          </p:cNvPicPr>
          <p:nvPr/>
        </p:nvPicPr>
        <p:blipFill>
          <a:blip r:embed="rId4"/>
          <a:stretch>
            <a:fillRect/>
          </a:stretch>
        </p:blipFill>
        <p:spPr>
          <a:xfrm>
            <a:off x="4297680" y="4315968"/>
            <a:ext cx="384048" cy="384048"/>
          </a:xfrm>
          <a:prstGeom prst="rect">
            <a:avLst/>
          </a:prstGeom>
        </p:spPr>
      </p:pic>
      <p:sp>
        <p:nvSpPr>
          <p:cNvPr id="15" name="an-wayt-monkey-0"/>
          <p:cNvSpPr txBox="1"/>
          <p:nvPr/>
        </p:nvSpPr>
        <p:spPr>
          <a:xfrm>
            <a:off x="4727448" y="4315968"/>
            <a:ext cx="1005840" cy="384048"/>
          </a:xfrm>
          <a:prstGeom prst="rect">
            <a:avLst/>
          </a:prstGeom>
          <a:noFill/>
          <a:ln/>
        </p:spPr>
        <p:txBody>
          <a:bodyPr wrap="square" lIns="0" tIns="0" rIns="0" bIns="0" rtlCol="0" anchor="ctr"/>
          <a:lstStyle/>
          <a:p>
            <a:pPr indent="0" marL="0">
              <a:buNone/>
            </a:pPr>
            <a:r>
              <a:rPr lang="en-US" sz="1400" dirty="0">
                <a:solidFill>
                  <a:schemeClr val="accent5"/>
                </a:solidFill>
              </a:rPr>
              <a:t>loud</a:t>
            </a:r>
            <a:endParaRPr lang="en-US" sz="1400" dirty="0"/>
          </a:p>
        </p:txBody>
      </p:sp>
      <p:pic>
        <p:nvPicPr>
          <p:cNvPr id="16" name="an-way-monkey-1" descr="img/quiet.png">    </p:cNvPr>
          <p:cNvPicPr>
            <a:picLocks noChangeAspect="1"/>
          </p:cNvPicPr>
          <p:nvPr/>
        </p:nvPicPr>
        <p:blipFill>
          <a:blip r:embed="rId5"/>
          <a:stretch>
            <a:fillRect/>
          </a:stretch>
        </p:blipFill>
        <p:spPr>
          <a:xfrm>
            <a:off x="5760720" y="4315968"/>
            <a:ext cx="384048" cy="384048"/>
          </a:xfrm>
          <a:prstGeom prst="rect">
            <a:avLst/>
          </a:prstGeom>
        </p:spPr>
      </p:pic>
      <p:sp>
        <p:nvSpPr>
          <p:cNvPr id="17" name="an-wayt-monkey-1"/>
          <p:cNvSpPr txBox="1"/>
          <p:nvPr/>
        </p:nvSpPr>
        <p:spPr>
          <a:xfrm>
            <a:off x="6190488" y="4315968"/>
            <a:ext cx="1005840" cy="384048"/>
          </a:xfrm>
          <a:prstGeom prst="rect">
            <a:avLst/>
          </a:prstGeom>
          <a:noFill/>
          <a:ln/>
        </p:spPr>
        <p:txBody>
          <a:bodyPr wrap="square" lIns="0" tIns="0" rIns="0" bIns="0" rtlCol="0" anchor="ctr"/>
          <a:lstStyle/>
          <a:p>
            <a:pPr indent="0" marL="0">
              <a:buNone/>
            </a:pPr>
            <a:r>
              <a:rPr lang="en-US" sz="1400" dirty="0">
                <a:solidFill>
                  <a:schemeClr val="accent5"/>
                </a:solidFill>
              </a:rPr>
              <a:t>quiet</a:t>
            </a:r>
            <a:endParaRPr lang="en-US" sz="1400" dirty="0"/>
          </a:p>
        </p:txBody>
      </p:sp>
      <p:pic>
        <p:nvPicPr>
          <p:cNvPr id="18" name="an-way-monkey-2" descr="img/slow.png">    </p:cNvPr>
          <p:cNvPicPr>
            <a:picLocks noChangeAspect="1"/>
          </p:cNvPicPr>
          <p:nvPr/>
        </p:nvPicPr>
        <p:blipFill>
          <a:blip r:embed="rId6"/>
          <a:stretch>
            <a:fillRect/>
          </a:stretch>
        </p:blipFill>
        <p:spPr>
          <a:xfrm>
            <a:off x="7223760" y="4315968"/>
            <a:ext cx="384048" cy="384048"/>
          </a:xfrm>
          <a:prstGeom prst="rect">
            <a:avLst/>
          </a:prstGeom>
        </p:spPr>
      </p:pic>
      <p:sp>
        <p:nvSpPr>
          <p:cNvPr id="19" name="an-wayt-monkey-2"/>
          <p:cNvSpPr txBox="1"/>
          <p:nvPr/>
        </p:nvSpPr>
        <p:spPr>
          <a:xfrm>
            <a:off x="7653528" y="4315968"/>
            <a:ext cx="1005840" cy="384048"/>
          </a:xfrm>
          <a:prstGeom prst="rect">
            <a:avLst/>
          </a:prstGeom>
          <a:noFill/>
          <a:ln/>
        </p:spPr>
        <p:txBody>
          <a:bodyPr wrap="square" lIns="0" tIns="0" rIns="0" bIns="0" rtlCol="0" anchor="ctr"/>
          <a:lstStyle/>
          <a:p>
            <a:pPr indent="0" marL="0">
              <a:buNone/>
            </a:pPr>
            <a:r>
              <a:rPr lang="en-US" sz="1400" dirty="0">
                <a:solidFill>
                  <a:schemeClr val="accent5"/>
                </a:solidFill>
              </a:rPr>
              <a:t>slow</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4000" b="1" dirty="0">
                <a:solidFill>
                  <a:schemeClr val="tx2"/>
                </a:solidFill>
              </a:rPr>
              <a:t>It's a penguin!</a:t>
            </a:r>
            <a:endParaRPr lang="en-US" sz="4000" dirty="0"/>
          </a:p>
        </p:txBody>
      </p:sp>
      <p:sp>
        <p:nvSpPr>
          <p:cNvPr id="3" name="Text 0"/>
          <p:cNvSpPr/>
          <p:nvPr>
            <p:ph idx="101" type="body" hasCustomPrompt="1"/>
          </p:nvPr>
        </p:nvSpPr>
        <p:spPr>
          <a:xfrm>
            <a:off x="457200" y="4727448"/>
            <a:ext cx="8229600" cy="320040"/>
          </a:xfrm>
          <a:prstGeom prst="rect">
            <a:avLst/>
          </a:prstGeom>
          <a:noFill/>
          <a:ln/>
        </p:spPr>
        <p:txBody>
          <a:bodyPr wrap="square" lIns="0" tIns="0" rIns="0" bIns="0" rtlCol="0" anchor="ctr"/>
          <a:lstStyle/>
          <a:p>
            <a:pPr algn="l" indent="0" marL="0">
              <a:buNone/>
            </a:pPr>
            <a:r>
              <a:rPr lang="en-US" sz="1200" i="1" dirty="0">
                <a:solidFill>
                  <a:schemeClr val="accent5"/>
                </a:solidFill>
              </a:rPr>
              <a:t>Teacher: Say it 3 ways (loud, quiet, slow), children repeat. Then action + sound together. Upper KG: "It's a penguin!"</a:t>
            </a:r>
            <a:endParaRPr lang="en-US" sz="1200" dirty="0"/>
          </a:p>
        </p:txBody>
      </p:sp>
      <p:sp>
        <p:nvSpPr>
          <p:cNvPr id="5" name="an-bg-penguin"/>
          <p:cNvSpPr/>
          <p:nvPr/>
        </p:nvSpPr>
        <p:spPr>
          <a:xfrm>
            <a:off x="457200" y="1188720"/>
            <a:ext cx="3474720" cy="3383280"/>
          </a:xfrm>
          <a:prstGeom prst="roundRect">
            <a:avLst>
              <a:gd name="adj" fmla="val 5405"/>
            </a:avLst>
          </a:prstGeom>
          <a:solidFill>
            <a:srgbClr val="E3F1F8"/>
          </a:solidFill>
          <a:ln w="12700">
            <a:solidFill>
              <a:srgbClr val="E3F1F8"/>
            </a:solidFill>
            <a:prstDash val="solid"/>
          </a:ln>
        </p:spPr>
      </p:sp>
      <p:pic>
        <p:nvPicPr>
          <p:cNvPr id="6" name="an-pic-penguin" descr="img/penguin.png">    </p:cNvPr>
          <p:cNvPicPr>
            <a:picLocks noChangeAspect="1"/>
          </p:cNvPicPr>
          <p:nvPr/>
        </p:nvPicPr>
        <p:blipFill>
          <a:blip r:embed="rId1"/>
          <a:stretch>
            <a:fillRect/>
          </a:stretch>
        </p:blipFill>
        <p:spPr>
          <a:xfrm>
            <a:off x="640080" y="1280160"/>
            <a:ext cx="3108960" cy="3108960"/>
          </a:xfrm>
          <a:prstGeom prst="rect">
            <a:avLst/>
          </a:prstGeom>
        </p:spPr>
      </p:pic>
      <p:sp>
        <p:nvSpPr>
          <p:cNvPr id="7" name="an-word-penguin"/>
          <p:cNvSpPr txBox="1"/>
          <p:nvPr/>
        </p:nvSpPr>
        <p:spPr>
          <a:xfrm>
            <a:off x="4206240" y="1143000"/>
            <a:ext cx="4480560" cy="1005840"/>
          </a:xfrm>
          <a:prstGeom prst="rect">
            <a:avLst/>
          </a:prstGeom>
          <a:noFill/>
          <a:ln/>
        </p:spPr>
        <p:txBody>
          <a:bodyPr wrap="square" lIns="0" tIns="0" rIns="0" bIns="0" rtlCol="0" anchor="ctr"/>
          <a:lstStyle/>
          <a:p>
            <a:pPr indent="0" marL="0">
              <a:buNone/>
            </a:pPr>
            <a:r>
              <a:rPr lang="en-US" sz="6000" b="1" dirty="0">
                <a:solidFill>
                  <a:schemeClr val="tx2"/>
                </a:solidFill>
              </a:rPr>
              <a:t>penguin</a:t>
            </a:r>
            <a:endParaRPr lang="en-US" sz="6000" dirty="0"/>
          </a:p>
        </p:txBody>
      </p:sp>
      <p:sp>
        <p:nvSpPr>
          <p:cNvPr id="8" name="an-act-penguin"/>
          <p:cNvSpPr/>
          <p:nvPr/>
        </p:nvSpPr>
        <p:spPr>
          <a:xfrm>
            <a:off x="4206240" y="2240280"/>
            <a:ext cx="4480560" cy="960120"/>
          </a:xfrm>
          <a:prstGeom prst="roundRect">
            <a:avLst>
              <a:gd name="adj" fmla="val 19048"/>
            </a:avLst>
          </a:prstGeom>
          <a:solidFill>
            <a:srgbClr val="FFF4C2"/>
          </a:solidFill>
          <a:ln w="12700">
            <a:solidFill>
              <a:srgbClr val="FFF4C2"/>
            </a:solidFill>
            <a:prstDash val="solid"/>
          </a:ln>
        </p:spPr>
      </p:sp>
      <p:pic>
        <p:nvPicPr>
          <p:cNvPr id="9" name="an-acticon-penguin" descr="img/walk.png">    </p:cNvPr>
          <p:cNvPicPr>
            <a:picLocks noChangeAspect="1"/>
          </p:cNvPicPr>
          <p:nvPr/>
        </p:nvPicPr>
        <p:blipFill>
          <a:blip r:embed="rId2"/>
          <a:stretch>
            <a:fillRect/>
          </a:stretch>
        </p:blipFill>
        <p:spPr>
          <a:xfrm>
            <a:off x="4343400" y="2331720"/>
            <a:ext cx="777240" cy="777240"/>
          </a:xfrm>
          <a:prstGeom prst="rect">
            <a:avLst/>
          </a:prstGeom>
        </p:spPr>
      </p:pic>
      <p:sp>
        <p:nvSpPr>
          <p:cNvPr id="10" name="an-acttext-penguin"/>
          <p:cNvSpPr txBox="1"/>
          <p:nvPr/>
        </p:nvSpPr>
        <p:spPr>
          <a:xfrm>
            <a:off x="5212080" y="2240280"/>
            <a:ext cx="3383280" cy="960120"/>
          </a:xfrm>
          <a:prstGeom prst="rect">
            <a:avLst/>
          </a:prstGeom>
          <a:noFill/>
          <a:ln/>
        </p:spPr>
        <p:txBody>
          <a:bodyPr wrap="square" lIns="0" tIns="0" rIns="0" bIns="0" rtlCol="0" anchor="ctr"/>
          <a:lstStyle/>
          <a:p>
            <a:pPr indent="0" marL="0">
              <a:buNone/>
            </a:pPr>
            <a:r>
              <a:rPr lang="en-US" sz="3200" b="1" dirty="0">
                <a:solidFill>
                  <a:schemeClr val="tx2"/>
                </a:solidFill>
              </a:rPr>
              <a:t>Waddle!</a:t>
            </a:r>
            <a:endParaRPr lang="en-US" sz="3200" dirty="0"/>
          </a:p>
        </p:txBody>
      </p:sp>
      <p:sp>
        <p:nvSpPr>
          <p:cNvPr id="11" name="an-snd-penguin"/>
          <p:cNvSpPr/>
          <p:nvPr/>
        </p:nvSpPr>
        <p:spPr>
          <a:xfrm>
            <a:off x="4206240" y="3291840"/>
            <a:ext cx="4480560" cy="960120"/>
          </a:xfrm>
          <a:prstGeom prst="roundRect">
            <a:avLst>
              <a:gd name="adj" fmla="val 19048"/>
            </a:avLst>
          </a:prstGeom>
          <a:solidFill>
            <a:srgbClr val="E8F5EC"/>
          </a:solidFill>
          <a:ln w="12700">
            <a:solidFill>
              <a:srgbClr val="E8F5EC"/>
            </a:solidFill>
            <a:prstDash val="solid"/>
          </a:ln>
        </p:spPr>
      </p:sp>
      <p:pic>
        <p:nvPicPr>
          <p:cNvPr id="12" name="an-sndicon-penguin" descr="img/loud.png">    </p:cNvPr>
          <p:cNvPicPr>
            <a:picLocks noChangeAspect="1"/>
          </p:cNvPicPr>
          <p:nvPr/>
        </p:nvPicPr>
        <p:blipFill>
          <a:blip r:embed="rId3"/>
          <a:stretch>
            <a:fillRect/>
          </a:stretch>
        </p:blipFill>
        <p:spPr>
          <a:xfrm>
            <a:off x="4343400" y="3383280"/>
            <a:ext cx="777240" cy="777240"/>
          </a:xfrm>
          <a:prstGeom prst="rect">
            <a:avLst/>
          </a:prstGeom>
        </p:spPr>
      </p:pic>
      <p:sp>
        <p:nvSpPr>
          <p:cNvPr id="13" name="an-sndtext-penguin"/>
          <p:cNvSpPr txBox="1"/>
          <p:nvPr/>
        </p:nvSpPr>
        <p:spPr>
          <a:xfrm>
            <a:off x="5212080" y="3291840"/>
            <a:ext cx="3383280" cy="960120"/>
          </a:xfrm>
          <a:prstGeom prst="rect">
            <a:avLst/>
          </a:prstGeom>
          <a:noFill/>
          <a:ln/>
        </p:spPr>
        <p:txBody>
          <a:bodyPr wrap="square" lIns="0" tIns="0" rIns="0" bIns="0" rtlCol="0" anchor="ctr"/>
          <a:lstStyle/>
          <a:p>
            <a:pPr indent="0" marL="0">
              <a:buNone/>
            </a:pPr>
            <a:r>
              <a:rPr lang="en-US" sz="3200" b="1" dirty="0">
                <a:solidFill>
                  <a:schemeClr val="tx2"/>
                </a:solidFill>
              </a:rPr>
              <a:t>Squeak, squeak!</a:t>
            </a:r>
            <a:endParaRPr lang="en-US" sz="3200" dirty="0"/>
          </a:p>
        </p:txBody>
      </p:sp>
      <p:pic>
        <p:nvPicPr>
          <p:cNvPr id="14" name="an-way-penguin-0" descr="img/loud.png">    </p:cNvPr>
          <p:cNvPicPr>
            <a:picLocks noChangeAspect="1"/>
          </p:cNvPicPr>
          <p:nvPr/>
        </p:nvPicPr>
        <p:blipFill>
          <a:blip r:embed="rId4"/>
          <a:stretch>
            <a:fillRect/>
          </a:stretch>
        </p:blipFill>
        <p:spPr>
          <a:xfrm>
            <a:off x="4297680" y="4315968"/>
            <a:ext cx="384048" cy="384048"/>
          </a:xfrm>
          <a:prstGeom prst="rect">
            <a:avLst/>
          </a:prstGeom>
        </p:spPr>
      </p:pic>
      <p:sp>
        <p:nvSpPr>
          <p:cNvPr id="15" name="an-wayt-penguin-0"/>
          <p:cNvSpPr txBox="1"/>
          <p:nvPr/>
        </p:nvSpPr>
        <p:spPr>
          <a:xfrm>
            <a:off x="4727448" y="4315968"/>
            <a:ext cx="1005840" cy="384048"/>
          </a:xfrm>
          <a:prstGeom prst="rect">
            <a:avLst/>
          </a:prstGeom>
          <a:noFill/>
          <a:ln/>
        </p:spPr>
        <p:txBody>
          <a:bodyPr wrap="square" lIns="0" tIns="0" rIns="0" bIns="0" rtlCol="0" anchor="ctr"/>
          <a:lstStyle/>
          <a:p>
            <a:pPr indent="0" marL="0">
              <a:buNone/>
            </a:pPr>
            <a:r>
              <a:rPr lang="en-US" sz="1400" dirty="0">
                <a:solidFill>
                  <a:schemeClr val="accent5"/>
                </a:solidFill>
              </a:rPr>
              <a:t>loud</a:t>
            </a:r>
            <a:endParaRPr lang="en-US" sz="1400" dirty="0"/>
          </a:p>
        </p:txBody>
      </p:sp>
      <p:pic>
        <p:nvPicPr>
          <p:cNvPr id="16" name="an-way-penguin-1" descr="img/quiet.png">    </p:cNvPr>
          <p:cNvPicPr>
            <a:picLocks noChangeAspect="1"/>
          </p:cNvPicPr>
          <p:nvPr/>
        </p:nvPicPr>
        <p:blipFill>
          <a:blip r:embed="rId5"/>
          <a:stretch>
            <a:fillRect/>
          </a:stretch>
        </p:blipFill>
        <p:spPr>
          <a:xfrm>
            <a:off x="5760720" y="4315968"/>
            <a:ext cx="384048" cy="384048"/>
          </a:xfrm>
          <a:prstGeom prst="rect">
            <a:avLst/>
          </a:prstGeom>
        </p:spPr>
      </p:pic>
      <p:sp>
        <p:nvSpPr>
          <p:cNvPr id="17" name="an-wayt-penguin-1"/>
          <p:cNvSpPr txBox="1"/>
          <p:nvPr/>
        </p:nvSpPr>
        <p:spPr>
          <a:xfrm>
            <a:off x="6190488" y="4315968"/>
            <a:ext cx="1005840" cy="384048"/>
          </a:xfrm>
          <a:prstGeom prst="rect">
            <a:avLst/>
          </a:prstGeom>
          <a:noFill/>
          <a:ln/>
        </p:spPr>
        <p:txBody>
          <a:bodyPr wrap="square" lIns="0" tIns="0" rIns="0" bIns="0" rtlCol="0" anchor="ctr"/>
          <a:lstStyle/>
          <a:p>
            <a:pPr indent="0" marL="0">
              <a:buNone/>
            </a:pPr>
            <a:r>
              <a:rPr lang="en-US" sz="1400" dirty="0">
                <a:solidFill>
                  <a:schemeClr val="accent5"/>
                </a:solidFill>
              </a:rPr>
              <a:t>quiet</a:t>
            </a:r>
            <a:endParaRPr lang="en-US" sz="1400" dirty="0"/>
          </a:p>
        </p:txBody>
      </p:sp>
      <p:pic>
        <p:nvPicPr>
          <p:cNvPr id="18" name="an-way-penguin-2" descr="img/slow.png">    </p:cNvPr>
          <p:cNvPicPr>
            <a:picLocks noChangeAspect="1"/>
          </p:cNvPicPr>
          <p:nvPr/>
        </p:nvPicPr>
        <p:blipFill>
          <a:blip r:embed="rId6"/>
          <a:stretch>
            <a:fillRect/>
          </a:stretch>
        </p:blipFill>
        <p:spPr>
          <a:xfrm>
            <a:off x="7223760" y="4315968"/>
            <a:ext cx="384048" cy="384048"/>
          </a:xfrm>
          <a:prstGeom prst="rect">
            <a:avLst/>
          </a:prstGeom>
        </p:spPr>
      </p:pic>
      <p:sp>
        <p:nvSpPr>
          <p:cNvPr id="19" name="an-wayt-penguin-2"/>
          <p:cNvSpPr txBox="1"/>
          <p:nvPr/>
        </p:nvSpPr>
        <p:spPr>
          <a:xfrm>
            <a:off x="7653528" y="4315968"/>
            <a:ext cx="1005840" cy="384048"/>
          </a:xfrm>
          <a:prstGeom prst="rect">
            <a:avLst/>
          </a:prstGeom>
          <a:noFill/>
          <a:ln/>
        </p:spPr>
        <p:txBody>
          <a:bodyPr wrap="square" lIns="0" tIns="0" rIns="0" bIns="0" rtlCol="0" anchor="ctr"/>
          <a:lstStyle/>
          <a:p>
            <a:pPr indent="0" marL="0">
              <a:buNone/>
            </a:pPr>
            <a:r>
              <a:rPr lang="en-US" sz="1400" dirty="0">
                <a:solidFill>
                  <a:schemeClr val="accent5"/>
                </a:solidFill>
              </a:rPr>
              <a:t>slow</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4000" b="1" dirty="0">
                <a:solidFill>
                  <a:schemeClr val="tx2"/>
                </a:solidFill>
              </a:rPr>
              <a:t>It's a snake!</a:t>
            </a:r>
            <a:endParaRPr lang="en-US" sz="4000" dirty="0"/>
          </a:p>
        </p:txBody>
      </p:sp>
      <p:sp>
        <p:nvSpPr>
          <p:cNvPr id="3" name="Text 0"/>
          <p:cNvSpPr/>
          <p:nvPr>
            <p:ph idx="101" type="body" hasCustomPrompt="1"/>
          </p:nvPr>
        </p:nvSpPr>
        <p:spPr>
          <a:xfrm>
            <a:off x="457200" y="4727448"/>
            <a:ext cx="8229600" cy="320040"/>
          </a:xfrm>
          <a:prstGeom prst="rect">
            <a:avLst/>
          </a:prstGeom>
          <a:noFill/>
          <a:ln/>
        </p:spPr>
        <p:txBody>
          <a:bodyPr wrap="square" lIns="0" tIns="0" rIns="0" bIns="0" rtlCol="0" anchor="ctr"/>
          <a:lstStyle/>
          <a:p>
            <a:pPr algn="l" indent="0" marL="0">
              <a:buNone/>
            </a:pPr>
            <a:r>
              <a:rPr lang="en-US" sz="1200" i="1" dirty="0">
                <a:solidFill>
                  <a:schemeClr val="accent5"/>
                </a:solidFill>
              </a:rPr>
              <a:t>Teacher: Say it 3 ways (loud, quiet, slow), children repeat. Then action + sound together. Upper KG: "It's a snake!"</a:t>
            </a:r>
            <a:endParaRPr lang="en-US" sz="1200" dirty="0"/>
          </a:p>
        </p:txBody>
      </p:sp>
      <p:sp>
        <p:nvSpPr>
          <p:cNvPr id="5" name="an-bg-snake"/>
          <p:cNvSpPr/>
          <p:nvPr/>
        </p:nvSpPr>
        <p:spPr>
          <a:xfrm>
            <a:off x="457200" y="1188720"/>
            <a:ext cx="3474720" cy="3383280"/>
          </a:xfrm>
          <a:prstGeom prst="roundRect">
            <a:avLst>
              <a:gd name="adj" fmla="val 5405"/>
            </a:avLst>
          </a:prstGeom>
          <a:solidFill>
            <a:srgbClr val="E3F1F8"/>
          </a:solidFill>
          <a:ln w="12700">
            <a:solidFill>
              <a:srgbClr val="E3F1F8"/>
            </a:solidFill>
            <a:prstDash val="solid"/>
          </a:ln>
        </p:spPr>
      </p:sp>
      <p:pic>
        <p:nvPicPr>
          <p:cNvPr id="6" name="an-pic-snake" descr="img/snake.png">    </p:cNvPr>
          <p:cNvPicPr>
            <a:picLocks noChangeAspect="1"/>
          </p:cNvPicPr>
          <p:nvPr/>
        </p:nvPicPr>
        <p:blipFill>
          <a:blip r:embed="rId1"/>
          <a:stretch>
            <a:fillRect/>
          </a:stretch>
        </p:blipFill>
        <p:spPr>
          <a:xfrm>
            <a:off x="640080" y="1280160"/>
            <a:ext cx="3108960" cy="3108960"/>
          </a:xfrm>
          <a:prstGeom prst="rect">
            <a:avLst/>
          </a:prstGeom>
        </p:spPr>
      </p:pic>
      <p:sp>
        <p:nvSpPr>
          <p:cNvPr id="7" name="an-word-snake"/>
          <p:cNvSpPr txBox="1"/>
          <p:nvPr/>
        </p:nvSpPr>
        <p:spPr>
          <a:xfrm>
            <a:off x="4206240" y="1143000"/>
            <a:ext cx="4480560" cy="1005840"/>
          </a:xfrm>
          <a:prstGeom prst="rect">
            <a:avLst/>
          </a:prstGeom>
          <a:noFill/>
          <a:ln/>
        </p:spPr>
        <p:txBody>
          <a:bodyPr wrap="square" lIns="0" tIns="0" rIns="0" bIns="0" rtlCol="0" anchor="ctr"/>
          <a:lstStyle/>
          <a:p>
            <a:pPr indent="0" marL="0">
              <a:buNone/>
            </a:pPr>
            <a:r>
              <a:rPr lang="en-US" sz="6000" b="1" dirty="0">
                <a:solidFill>
                  <a:schemeClr val="tx2"/>
                </a:solidFill>
              </a:rPr>
              <a:t>snake</a:t>
            </a:r>
            <a:endParaRPr lang="en-US" sz="6000" dirty="0"/>
          </a:p>
        </p:txBody>
      </p:sp>
      <p:sp>
        <p:nvSpPr>
          <p:cNvPr id="8" name="an-act-snake"/>
          <p:cNvSpPr/>
          <p:nvPr/>
        </p:nvSpPr>
        <p:spPr>
          <a:xfrm>
            <a:off x="4206240" y="2240280"/>
            <a:ext cx="4480560" cy="960120"/>
          </a:xfrm>
          <a:prstGeom prst="roundRect">
            <a:avLst>
              <a:gd name="adj" fmla="val 19048"/>
            </a:avLst>
          </a:prstGeom>
          <a:solidFill>
            <a:srgbClr val="FFF4C2"/>
          </a:solidFill>
          <a:ln w="12700">
            <a:solidFill>
              <a:srgbClr val="FFF4C2"/>
            </a:solidFill>
            <a:prstDash val="solid"/>
          </a:ln>
        </p:spPr>
      </p:sp>
      <p:pic>
        <p:nvPicPr>
          <p:cNvPr id="9" name="an-acticon-snake" descr="img/point.png">    </p:cNvPr>
          <p:cNvPicPr>
            <a:picLocks noChangeAspect="1"/>
          </p:cNvPicPr>
          <p:nvPr/>
        </p:nvPicPr>
        <p:blipFill>
          <a:blip r:embed="rId2"/>
          <a:stretch>
            <a:fillRect/>
          </a:stretch>
        </p:blipFill>
        <p:spPr>
          <a:xfrm>
            <a:off x="4343400" y="2331720"/>
            <a:ext cx="777240" cy="777240"/>
          </a:xfrm>
          <a:prstGeom prst="rect">
            <a:avLst/>
          </a:prstGeom>
        </p:spPr>
      </p:pic>
      <p:sp>
        <p:nvSpPr>
          <p:cNvPr id="10" name="an-acttext-snake"/>
          <p:cNvSpPr txBox="1"/>
          <p:nvPr/>
        </p:nvSpPr>
        <p:spPr>
          <a:xfrm>
            <a:off x="5212080" y="2240280"/>
            <a:ext cx="3383280" cy="960120"/>
          </a:xfrm>
          <a:prstGeom prst="rect">
            <a:avLst/>
          </a:prstGeom>
          <a:noFill/>
          <a:ln/>
        </p:spPr>
        <p:txBody>
          <a:bodyPr wrap="square" lIns="0" tIns="0" rIns="0" bIns="0" rtlCol="0" anchor="ctr"/>
          <a:lstStyle/>
          <a:p>
            <a:pPr indent="0" marL="0">
              <a:buNone/>
            </a:pPr>
            <a:r>
              <a:rPr lang="en-US" sz="3200" b="1" dirty="0">
                <a:solidFill>
                  <a:schemeClr val="tx2"/>
                </a:solidFill>
              </a:rPr>
              <a:t>Slither!</a:t>
            </a:r>
            <a:endParaRPr lang="en-US" sz="3200" dirty="0"/>
          </a:p>
        </p:txBody>
      </p:sp>
      <p:sp>
        <p:nvSpPr>
          <p:cNvPr id="11" name="an-snd-snake"/>
          <p:cNvSpPr/>
          <p:nvPr/>
        </p:nvSpPr>
        <p:spPr>
          <a:xfrm>
            <a:off x="4206240" y="3291840"/>
            <a:ext cx="4480560" cy="960120"/>
          </a:xfrm>
          <a:prstGeom prst="roundRect">
            <a:avLst>
              <a:gd name="adj" fmla="val 19048"/>
            </a:avLst>
          </a:prstGeom>
          <a:solidFill>
            <a:srgbClr val="E8F5EC"/>
          </a:solidFill>
          <a:ln w="12700">
            <a:solidFill>
              <a:srgbClr val="E8F5EC"/>
            </a:solidFill>
            <a:prstDash val="solid"/>
          </a:ln>
        </p:spPr>
      </p:sp>
      <p:pic>
        <p:nvPicPr>
          <p:cNvPr id="12" name="an-sndicon-snake" descr="img/loud.png">    </p:cNvPr>
          <p:cNvPicPr>
            <a:picLocks noChangeAspect="1"/>
          </p:cNvPicPr>
          <p:nvPr/>
        </p:nvPicPr>
        <p:blipFill>
          <a:blip r:embed="rId3"/>
          <a:stretch>
            <a:fillRect/>
          </a:stretch>
        </p:blipFill>
        <p:spPr>
          <a:xfrm>
            <a:off x="4343400" y="3383280"/>
            <a:ext cx="777240" cy="777240"/>
          </a:xfrm>
          <a:prstGeom prst="rect">
            <a:avLst/>
          </a:prstGeom>
        </p:spPr>
      </p:pic>
      <p:sp>
        <p:nvSpPr>
          <p:cNvPr id="13" name="an-sndtext-snake"/>
          <p:cNvSpPr txBox="1"/>
          <p:nvPr/>
        </p:nvSpPr>
        <p:spPr>
          <a:xfrm>
            <a:off x="5212080" y="3291840"/>
            <a:ext cx="3383280" cy="960120"/>
          </a:xfrm>
          <a:prstGeom prst="rect">
            <a:avLst/>
          </a:prstGeom>
          <a:noFill/>
          <a:ln/>
        </p:spPr>
        <p:txBody>
          <a:bodyPr wrap="square" lIns="0" tIns="0" rIns="0" bIns="0" rtlCol="0" anchor="ctr"/>
          <a:lstStyle/>
          <a:p>
            <a:pPr indent="0" marL="0">
              <a:buNone/>
            </a:pPr>
            <a:r>
              <a:rPr lang="en-US" sz="3200" b="1" dirty="0">
                <a:solidFill>
                  <a:schemeClr val="tx2"/>
                </a:solidFill>
              </a:rPr>
              <a:t>Ssssss!</a:t>
            </a:r>
            <a:endParaRPr lang="en-US" sz="3200" dirty="0"/>
          </a:p>
        </p:txBody>
      </p:sp>
      <p:pic>
        <p:nvPicPr>
          <p:cNvPr id="14" name="an-way-snake-0" descr="img/loud.png">    </p:cNvPr>
          <p:cNvPicPr>
            <a:picLocks noChangeAspect="1"/>
          </p:cNvPicPr>
          <p:nvPr/>
        </p:nvPicPr>
        <p:blipFill>
          <a:blip r:embed="rId4"/>
          <a:stretch>
            <a:fillRect/>
          </a:stretch>
        </p:blipFill>
        <p:spPr>
          <a:xfrm>
            <a:off x="4297680" y="4315968"/>
            <a:ext cx="384048" cy="384048"/>
          </a:xfrm>
          <a:prstGeom prst="rect">
            <a:avLst/>
          </a:prstGeom>
        </p:spPr>
      </p:pic>
      <p:sp>
        <p:nvSpPr>
          <p:cNvPr id="15" name="an-wayt-snake-0"/>
          <p:cNvSpPr txBox="1"/>
          <p:nvPr/>
        </p:nvSpPr>
        <p:spPr>
          <a:xfrm>
            <a:off x="4727448" y="4315968"/>
            <a:ext cx="1005840" cy="384048"/>
          </a:xfrm>
          <a:prstGeom prst="rect">
            <a:avLst/>
          </a:prstGeom>
          <a:noFill/>
          <a:ln/>
        </p:spPr>
        <p:txBody>
          <a:bodyPr wrap="square" lIns="0" tIns="0" rIns="0" bIns="0" rtlCol="0" anchor="ctr"/>
          <a:lstStyle/>
          <a:p>
            <a:pPr indent="0" marL="0">
              <a:buNone/>
            </a:pPr>
            <a:r>
              <a:rPr lang="en-US" sz="1400" dirty="0">
                <a:solidFill>
                  <a:schemeClr val="accent5"/>
                </a:solidFill>
              </a:rPr>
              <a:t>loud</a:t>
            </a:r>
            <a:endParaRPr lang="en-US" sz="1400" dirty="0"/>
          </a:p>
        </p:txBody>
      </p:sp>
      <p:pic>
        <p:nvPicPr>
          <p:cNvPr id="16" name="an-way-snake-1" descr="img/quiet.png">    </p:cNvPr>
          <p:cNvPicPr>
            <a:picLocks noChangeAspect="1"/>
          </p:cNvPicPr>
          <p:nvPr/>
        </p:nvPicPr>
        <p:blipFill>
          <a:blip r:embed="rId5"/>
          <a:stretch>
            <a:fillRect/>
          </a:stretch>
        </p:blipFill>
        <p:spPr>
          <a:xfrm>
            <a:off x="5760720" y="4315968"/>
            <a:ext cx="384048" cy="384048"/>
          </a:xfrm>
          <a:prstGeom prst="rect">
            <a:avLst/>
          </a:prstGeom>
        </p:spPr>
      </p:pic>
      <p:sp>
        <p:nvSpPr>
          <p:cNvPr id="17" name="an-wayt-snake-1"/>
          <p:cNvSpPr txBox="1"/>
          <p:nvPr/>
        </p:nvSpPr>
        <p:spPr>
          <a:xfrm>
            <a:off x="6190488" y="4315968"/>
            <a:ext cx="1005840" cy="384048"/>
          </a:xfrm>
          <a:prstGeom prst="rect">
            <a:avLst/>
          </a:prstGeom>
          <a:noFill/>
          <a:ln/>
        </p:spPr>
        <p:txBody>
          <a:bodyPr wrap="square" lIns="0" tIns="0" rIns="0" bIns="0" rtlCol="0" anchor="ctr"/>
          <a:lstStyle/>
          <a:p>
            <a:pPr indent="0" marL="0">
              <a:buNone/>
            </a:pPr>
            <a:r>
              <a:rPr lang="en-US" sz="1400" dirty="0">
                <a:solidFill>
                  <a:schemeClr val="accent5"/>
                </a:solidFill>
              </a:rPr>
              <a:t>quiet</a:t>
            </a:r>
            <a:endParaRPr lang="en-US" sz="1400" dirty="0"/>
          </a:p>
        </p:txBody>
      </p:sp>
      <p:pic>
        <p:nvPicPr>
          <p:cNvPr id="18" name="an-way-snake-2" descr="img/slow.png">    </p:cNvPr>
          <p:cNvPicPr>
            <a:picLocks noChangeAspect="1"/>
          </p:cNvPicPr>
          <p:nvPr/>
        </p:nvPicPr>
        <p:blipFill>
          <a:blip r:embed="rId6"/>
          <a:stretch>
            <a:fillRect/>
          </a:stretch>
        </p:blipFill>
        <p:spPr>
          <a:xfrm>
            <a:off x="7223760" y="4315968"/>
            <a:ext cx="384048" cy="384048"/>
          </a:xfrm>
          <a:prstGeom prst="rect">
            <a:avLst/>
          </a:prstGeom>
        </p:spPr>
      </p:pic>
      <p:sp>
        <p:nvSpPr>
          <p:cNvPr id="19" name="an-wayt-snake-2"/>
          <p:cNvSpPr txBox="1"/>
          <p:nvPr/>
        </p:nvSpPr>
        <p:spPr>
          <a:xfrm>
            <a:off x="7653528" y="4315968"/>
            <a:ext cx="1005840" cy="384048"/>
          </a:xfrm>
          <a:prstGeom prst="rect">
            <a:avLst/>
          </a:prstGeom>
          <a:noFill/>
          <a:ln/>
        </p:spPr>
        <p:txBody>
          <a:bodyPr wrap="square" lIns="0" tIns="0" rIns="0" bIns="0" rtlCol="0" anchor="ctr"/>
          <a:lstStyle/>
          <a:p>
            <a:pPr indent="0" marL="0">
              <a:buNone/>
            </a:pPr>
            <a:r>
              <a:rPr lang="en-US" sz="1400" dirty="0">
                <a:solidFill>
                  <a:schemeClr val="accent5"/>
                </a:solidFill>
              </a:rPr>
              <a:t>slow</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4000" b="1" dirty="0">
                <a:solidFill>
                  <a:schemeClr val="tx2"/>
                </a:solidFill>
              </a:rPr>
              <a:t>It's a polar bear!</a:t>
            </a:r>
            <a:endParaRPr lang="en-US" sz="4000" dirty="0"/>
          </a:p>
        </p:txBody>
      </p:sp>
      <p:sp>
        <p:nvSpPr>
          <p:cNvPr id="3" name="Text 0"/>
          <p:cNvSpPr/>
          <p:nvPr>
            <p:ph idx="101" type="body" hasCustomPrompt="1"/>
          </p:nvPr>
        </p:nvSpPr>
        <p:spPr>
          <a:xfrm>
            <a:off x="457200" y="4727448"/>
            <a:ext cx="8229600" cy="320040"/>
          </a:xfrm>
          <a:prstGeom prst="rect">
            <a:avLst/>
          </a:prstGeom>
          <a:noFill/>
          <a:ln/>
        </p:spPr>
        <p:txBody>
          <a:bodyPr wrap="square" lIns="0" tIns="0" rIns="0" bIns="0" rtlCol="0" anchor="ctr"/>
          <a:lstStyle/>
          <a:p>
            <a:pPr algn="l" indent="0" marL="0">
              <a:buNone/>
            </a:pPr>
            <a:r>
              <a:rPr lang="en-US" sz="1200" i="1" dirty="0">
                <a:solidFill>
                  <a:schemeClr val="accent5"/>
                </a:solidFill>
              </a:rPr>
              <a:t>Teacher: Say it 3 ways (loud, quiet, slow), children repeat. Then action + sound together. Upper KG: "It's a polar bear!"</a:t>
            </a:r>
            <a:endParaRPr lang="en-US" sz="1200" dirty="0"/>
          </a:p>
        </p:txBody>
      </p:sp>
      <p:sp>
        <p:nvSpPr>
          <p:cNvPr id="5" name="an-bg-polarbear"/>
          <p:cNvSpPr/>
          <p:nvPr/>
        </p:nvSpPr>
        <p:spPr>
          <a:xfrm>
            <a:off x="457200" y="1188720"/>
            <a:ext cx="3474720" cy="3383280"/>
          </a:xfrm>
          <a:prstGeom prst="roundRect">
            <a:avLst>
              <a:gd name="adj" fmla="val 5405"/>
            </a:avLst>
          </a:prstGeom>
          <a:solidFill>
            <a:srgbClr val="E3F1F8"/>
          </a:solidFill>
          <a:ln w="12700">
            <a:solidFill>
              <a:srgbClr val="E3F1F8"/>
            </a:solidFill>
            <a:prstDash val="solid"/>
          </a:ln>
        </p:spPr>
      </p:sp>
      <p:pic>
        <p:nvPicPr>
          <p:cNvPr id="6" name="an-pic-polarbear" descr="img/polarbear.png">    </p:cNvPr>
          <p:cNvPicPr>
            <a:picLocks noChangeAspect="1"/>
          </p:cNvPicPr>
          <p:nvPr/>
        </p:nvPicPr>
        <p:blipFill>
          <a:blip r:embed="rId1"/>
          <a:stretch>
            <a:fillRect/>
          </a:stretch>
        </p:blipFill>
        <p:spPr>
          <a:xfrm>
            <a:off x="640080" y="1280160"/>
            <a:ext cx="3108960" cy="3108960"/>
          </a:xfrm>
          <a:prstGeom prst="rect">
            <a:avLst/>
          </a:prstGeom>
        </p:spPr>
      </p:pic>
      <p:sp>
        <p:nvSpPr>
          <p:cNvPr id="7" name="an-word-polarbear"/>
          <p:cNvSpPr txBox="1"/>
          <p:nvPr/>
        </p:nvSpPr>
        <p:spPr>
          <a:xfrm>
            <a:off x="4206240" y="1143000"/>
            <a:ext cx="4480560" cy="1005840"/>
          </a:xfrm>
          <a:prstGeom prst="rect">
            <a:avLst/>
          </a:prstGeom>
          <a:noFill/>
          <a:ln/>
        </p:spPr>
        <p:txBody>
          <a:bodyPr wrap="square" lIns="0" tIns="0" rIns="0" bIns="0" rtlCol="0" anchor="ctr"/>
          <a:lstStyle/>
          <a:p>
            <a:pPr indent="0" marL="0">
              <a:buNone/>
            </a:pPr>
            <a:r>
              <a:rPr lang="en-US" sz="6000" b="1" dirty="0">
                <a:solidFill>
                  <a:schemeClr val="tx2"/>
                </a:solidFill>
              </a:rPr>
              <a:t>polar bear</a:t>
            </a:r>
            <a:endParaRPr lang="en-US" sz="6000" dirty="0"/>
          </a:p>
        </p:txBody>
      </p:sp>
      <p:sp>
        <p:nvSpPr>
          <p:cNvPr id="8" name="an-act-polarbear"/>
          <p:cNvSpPr/>
          <p:nvPr/>
        </p:nvSpPr>
        <p:spPr>
          <a:xfrm>
            <a:off x="4206240" y="2240280"/>
            <a:ext cx="4480560" cy="960120"/>
          </a:xfrm>
          <a:prstGeom prst="roundRect">
            <a:avLst>
              <a:gd name="adj" fmla="val 19048"/>
            </a:avLst>
          </a:prstGeom>
          <a:solidFill>
            <a:srgbClr val="FFF4C2"/>
          </a:solidFill>
          <a:ln w="12700">
            <a:solidFill>
              <a:srgbClr val="FFF4C2"/>
            </a:solidFill>
            <a:prstDash val="solid"/>
          </a:ln>
        </p:spPr>
      </p:sp>
      <p:pic>
        <p:nvPicPr>
          <p:cNvPr id="9" name="an-acticon-polarbear" descr="img/swim.png">    </p:cNvPr>
          <p:cNvPicPr>
            <a:picLocks noChangeAspect="1"/>
          </p:cNvPicPr>
          <p:nvPr/>
        </p:nvPicPr>
        <p:blipFill>
          <a:blip r:embed="rId2"/>
          <a:stretch>
            <a:fillRect/>
          </a:stretch>
        </p:blipFill>
        <p:spPr>
          <a:xfrm>
            <a:off x="4343400" y="2331720"/>
            <a:ext cx="777240" cy="777240"/>
          </a:xfrm>
          <a:prstGeom prst="rect">
            <a:avLst/>
          </a:prstGeom>
        </p:spPr>
      </p:pic>
      <p:sp>
        <p:nvSpPr>
          <p:cNvPr id="10" name="an-acttext-polarbear"/>
          <p:cNvSpPr txBox="1"/>
          <p:nvPr/>
        </p:nvSpPr>
        <p:spPr>
          <a:xfrm>
            <a:off x="5212080" y="2240280"/>
            <a:ext cx="3383280" cy="960120"/>
          </a:xfrm>
          <a:prstGeom prst="rect">
            <a:avLst/>
          </a:prstGeom>
          <a:noFill/>
          <a:ln/>
        </p:spPr>
        <p:txBody>
          <a:bodyPr wrap="square" lIns="0" tIns="0" rIns="0" bIns="0" rtlCol="0" anchor="ctr"/>
          <a:lstStyle/>
          <a:p>
            <a:pPr indent="0" marL="0">
              <a:buNone/>
            </a:pPr>
            <a:r>
              <a:rPr lang="en-US" sz="3200" b="1" dirty="0">
                <a:solidFill>
                  <a:schemeClr val="tx2"/>
                </a:solidFill>
              </a:rPr>
              <a:t>Swim!</a:t>
            </a:r>
            <a:endParaRPr lang="en-US" sz="3200" dirty="0"/>
          </a:p>
        </p:txBody>
      </p:sp>
      <p:sp>
        <p:nvSpPr>
          <p:cNvPr id="11" name="an-snd-polarbear"/>
          <p:cNvSpPr/>
          <p:nvPr/>
        </p:nvSpPr>
        <p:spPr>
          <a:xfrm>
            <a:off x="4206240" y="3291840"/>
            <a:ext cx="4480560" cy="960120"/>
          </a:xfrm>
          <a:prstGeom prst="roundRect">
            <a:avLst>
              <a:gd name="adj" fmla="val 19048"/>
            </a:avLst>
          </a:prstGeom>
          <a:solidFill>
            <a:srgbClr val="E8F5EC"/>
          </a:solidFill>
          <a:ln w="12700">
            <a:solidFill>
              <a:srgbClr val="E8F5EC"/>
            </a:solidFill>
            <a:prstDash val="solid"/>
          </a:ln>
        </p:spPr>
      </p:sp>
      <p:pic>
        <p:nvPicPr>
          <p:cNvPr id="12" name="an-sndicon-polarbear" descr="img/loud.png">    </p:cNvPr>
          <p:cNvPicPr>
            <a:picLocks noChangeAspect="1"/>
          </p:cNvPicPr>
          <p:nvPr/>
        </p:nvPicPr>
        <p:blipFill>
          <a:blip r:embed="rId3"/>
          <a:stretch>
            <a:fillRect/>
          </a:stretch>
        </p:blipFill>
        <p:spPr>
          <a:xfrm>
            <a:off x="4343400" y="3383280"/>
            <a:ext cx="777240" cy="777240"/>
          </a:xfrm>
          <a:prstGeom prst="rect">
            <a:avLst/>
          </a:prstGeom>
        </p:spPr>
      </p:pic>
      <p:sp>
        <p:nvSpPr>
          <p:cNvPr id="13" name="an-sndtext-polarbear"/>
          <p:cNvSpPr txBox="1"/>
          <p:nvPr/>
        </p:nvSpPr>
        <p:spPr>
          <a:xfrm>
            <a:off x="5212080" y="3291840"/>
            <a:ext cx="3383280" cy="960120"/>
          </a:xfrm>
          <a:prstGeom prst="rect">
            <a:avLst/>
          </a:prstGeom>
          <a:noFill/>
          <a:ln/>
        </p:spPr>
        <p:txBody>
          <a:bodyPr wrap="square" lIns="0" tIns="0" rIns="0" bIns="0" rtlCol="0" anchor="ctr"/>
          <a:lstStyle/>
          <a:p>
            <a:pPr indent="0" marL="0">
              <a:buNone/>
            </a:pPr>
            <a:r>
              <a:rPr lang="en-US" sz="3200" b="1" dirty="0">
                <a:solidFill>
                  <a:schemeClr val="tx2"/>
                </a:solidFill>
              </a:rPr>
              <a:t>Grrrr!</a:t>
            </a:r>
            <a:endParaRPr lang="en-US" sz="3200" dirty="0"/>
          </a:p>
        </p:txBody>
      </p:sp>
      <p:pic>
        <p:nvPicPr>
          <p:cNvPr id="14" name="an-way-polarbear-0" descr="img/loud.png">    </p:cNvPr>
          <p:cNvPicPr>
            <a:picLocks noChangeAspect="1"/>
          </p:cNvPicPr>
          <p:nvPr/>
        </p:nvPicPr>
        <p:blipFill>
          <a:blip r:embed="rId4"/>
          <a:stretch>
            <a:fillRect/>
          </a:stretch>
        </p:blipFill>
        <p:spPr>
          <a:xfrm>
            <a:off x="4297680" y="4315968"/>
            <a:ext cx="384048" cy="384048"/>
          </a:xfrm>
          <a:prstGeom prst="rect">
            <a:avLst/>
          </a:prstGeom>
        </p:spPr>
      </p:pic>
      <p:sp>
        <p:nvSpPr>
          <p:cNvPr id="15" name="an-wayt-polarbear-0"/>
          <p:cNvSpPr txBox="1"/>
          <p:nvPr/>
        </p:nvSpPr>
        <p:spPr>
          <a:xfrm>
            <a:off x="4727448" y="4315968"/>
            <a:ext cx="1005840" cy="384048"/>
          </a:xfrm>
          <a:prstGeom prst="rect">
            <a:avLst/>
          </a:prstGeom>
          <a:noFill/>
          <a:ln/>
        </p:spPr>
        <p:txBody>
          <a:bodyPr wrap="square" lIns="0" tIns="0" rIns="0" bIns="0" rtlCol="0" anchor="ctr"/>
          <a:lstStyle/>
          <a:p>
            <a:pPr indent="0" marL="0">
              <a:buNone/>
            </a:pPr>
            <a:r>
              <a:rPr lang="en-US" sz="1400" dirty="0">
                <a:solidFill>
                  <a:schemeClr val="accent5"/>
                </a:solidFill>
              </a:rPr>
              <a:t>loud</a:t>
            </a:r>
            <a:endParaRPr lang="en-US" sz="1400" dirty="0"/>
          </a:p>
        </p:txBody>
      </p:sp>
      <p:pic>
        <p:nvPicPr>
          <p:cNvPr id="16" name="an-way-polarbear-1" descr="img/quiet.png">    </p:cNvPr>
          <p:cNvPicPr>
            <a:picLocks noChangeAspect="1"/>
          </p:cNvPicPr>
          <p:nvPr/>
        </p:nvPicPr>
        <p:blipFill>
          <a:blip r:embed="rId5"/>
          <a:stretch>
            <a:fillRect/>
          </a:stretch>
        </p:blipFill>
        <p:spPr>
          <a:xfrm>
            <a:off x="5760720" y="4315968"/>
            <a:ext cx="384048" cy="384048"/>
          </a:xfrm>
          <a:prstGeom prst="rect">
            <a:avLst/>
          </a:prstGeom>
        </p:spPr>
      </p:pic>
      <p:sp>
        <p:nvSpPr>
          <p:cNvPr id="17" name="an-wayt-polarbear-1"/>
          <p:cNvSpPr txBox="1"/>
          <p:nvPr/>
        </p:nvSpPr>
        <p:spPr>
          <a:xfrm>
            <a:off x="6190488" y="4315968"/>
            <a:ext cx="1005840" cy="384048"/>
          </a:xfrm>
          <a:prstGeom prst="rect">
            <a:avLst/>
          </a:prstGeom>
          <a:noFill/>
          <a:ln/>
        </p:spPr>
        <p:txBody>
          <a:bodyPr wrap="square" lIns="0" tIns="0" rIns="0" bIns="0" rtlCol="0" anchor="ctr"/>
          <a:lstStyle/>
          <a:p>
            <a:pPr indent="0" marL="0">
              <a:buNone/>
            </a:pPr>
            <a:r>
              <a:rPr lang="en-US" sz="1400" dirty="0">
                <a:solidFill>
                  <a:schemeClr val="accent5"/>
                </a:solidFill>
              </a:rPr>
              <a:t>quiet</a:t>
            </a:r>
            <a:endParaRPr lang="en-US" sz="1400" dirty="0"/>
          </a:p>
        </p:txBody>
      </p:sp>
      <p:pic>
        <p:nvPicPr>
          <p:cNvPr id="18" name="an-way-polarbear-2" descr="img/slow.png">    </p:cNvPr>
          <p:cNvPicPr>
            <a:picLocks noChangeAspect="1"/>
          </p:cNvPicPr>
          <p:nvPr/>
        </p:nvPicPr>
        <p:blipFill>
          <a:blip r:embed="rId6"/>
          <a:stretch>
            <a:fillRect/>
          </a:stretch>
        </p:blipFill>
        <p:spPr>
          <a:xfrm>
            <a:off x="7223760" y="4315968"/>
            <a:ext cx="384048" cy="384048"/>
          </a:xfrm>
          <a:prstGeom prst="rect">
            <a:avLst/>
          </a:prstGeom>
        </p:spPr>
      </p:pic>
      <p:sp>
        <p:nvSpPr>
          <p:cNvPr id="19" name="an-wayt-polarbear-2"/>
          <p:cNvSpPr txBox="1"/>
          <p:nvPr/>
        </p:nvSpPr>
        <p:spPr>
          <a:xfrm>
            <a:off x="7653528" y="4315968"/>
            <a:ext cx="1005840" cy="384048"/>
          </a:xfrm>
          <a:prstGeom prst="rect">
            <a:avLst/>
          </a:prstGeom>
          <a:noFill/>
          <a:ln/>
        </p:spPr>
        <p:txBody>
          <a:bodyPr wrap="square" lIns="0" tIns="0" rIns="0" bIns="0" rtlCol="0" anchor="ctr"/>
          <a:lstStyle/>
          <a:p>
            <a:pPr indent="0" marL="0">
              <a:buNone/>
            </a:pPr>
            <a:r>
              <a:rPr lang="en-US" sz="1400" dirty="0">
                <a:solidFill>
                  <a:schemeClr val="accent5"/>
                </a:solidFill>
              </a:rPr>
              <a:t>slow</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4000" b="1" dirty="0">
                <a:solidFill>
                  <a:schemeClr val="tx2"/>
                </a:solidFill>
              </a:rPr>
              <a:t>Who is at the zoo?</a:t>
            </a:r>
            <a:endParaRPr lang="en-US" sz="4000" dirty="0"/>
          </a:p>
        </p:txBody>
      </p:sp>
      <p:sp>
        <p:nvSpPr>
          <p:cNvPr id="3" name="Text 0"/>
          <p:cNvSpPr/>
          <p:nvPr>
            <p:ph idx="101" type="body" hasCustomPrompt="1"/>
          </p:nvPr>
        </p:nvSpPr>
        <p:spPr>
          <a:xfrm>
            <a:off x="457200" y="4727448"/>
            <a:ext cx="8229600" cy="320040"/>
          </a:xfrm>
          <a:prstGeom prst="rect">
            <a:avLst/>
          </a:prstGeom>
          <a:noFill/>
          <a:ln/>
        </p:spPr>
        <p:txBody>
          <a:bodyPr wrap="square" lIns="0" tIns="0" rIns="0" bIns="0" rtlCol="0" anchor="ctr"/>
          <a:lstStyle/>
          <a:p>
            <a:pPr algn="l" indent="0" marL="0">
              <a:buNone/>
            </a:pPr>
            <a:r>
              <a:rPr lang="en-US" sz="1200" i="1" dirty="0">
                <a:solidFill>
                  <a:schemeClr val="accent5"/>
                </a:solidFill>
              </a:rPr>
              <a:t>Teacher: Point to each animal, everyone says the word and does the action. Fast round. Then: "Close your eyes!"</a:t>
            </a:r>
            <a:endParaRPr lang="en-US" sz="1200" dirty="0"/>
          </a:p>
        </p:txBody>
      </p:sp>
      <p:sp>
        <p:nvSpPr>
          <p:cNvPr id="5" name="g-elephant"/>
          <p:cNvSpPr/>
          <p:nvPr/>
        </p:nvSpPr>
        <p:spPr>
          <a:xfrm>
            <a:off x="457200" y="1188720"/>
            <a:ext cx="2651760" cy="1600200"/>
          </a:xfrm>
          <a:prstGeom prst="roundRect">
            <a:avLst>
              <a:gd name="adj" fmla="val 11429"/>
            </a:avLst>
          </a:prstGeom>
          <a:solidFill>
            <a:srgbClr val="E3F1F8"/>
          </a:solidFill>
          <a:ln w="12700">
            <a:solidFill>
              <a:srgbClr val="E3F1F8"/>
            </a:solidFill>
            <a:prstDash val="solid"/>
          </a:ln>
        </p:spPr>
      </p:sp>
      <p:pic>
        <p:nvPicPr>
          <p:cNvPr id="6" name="g-pic-elephant" descr="img/elephant.png">    </p:cNvPr>
          <p:cNvPicPr>
            <a:picLocks noChangeAspect="1"/>
          </p:cNvPicPr>
          <p:nvPr/>
        </p:nvPicPr>
        <p:blipFill>
          <a:blip r:embed="rId1"/>
          <a:stretch>
            <a:fillRect/>
          </a:stretch>
        </p:blipFill>
        <p:spPr>
          <a:xfrm>
            <a:off x="1280160" y="1280160"/>
            <a:ext cx="1005840" cy="1005840"/>
          </a:xfrm>
          <a:prstGeom prst="rect">
            <a:avLst/>
          </a:prstGeom>
        </p:spPr>
      </p:pic>
      <p:sp>
        <p:nvSpPr>
          <p:cNvPr id="7" name="g-t-elephant"/>
          <p:cNvSpPr txBox="1"/>
          <p:nvPr/>
        </p:nvSpPr>
        <p:spPr>
          <a:xfrm>
            <a:off x="457200" y="2286000"/>
            <a:ext cx="2651760" cy="411480"/>
          </a:xfrm>
          <a:prstGeom prst="rect">
            <a:avLst/>
          </a:prstGeom>
          <a:noFill/>
          <a:ln/>
        </p:spPr>
        <p:txBody>
          <a:bodyPr wrap="square" lIns="0" tIns="0" rIns="0" bIns="0" rtlCol="0" anchor="ctr"/>
          <a:lstStyle/>
          <a:p>
            <a:pPr algn="ctr" indent="0" marL="0">
              <a:buNone/>
            </a:pPr>
            <a:r>
              <a:rPr lang="en-US" sz="2000" b="1" dirty="0">
                <a:solidFill>
                  <a:schemeClr val="tx2"/>
                </a:solidFill>
              </a:rPr>
              <a:t>elephant</a:t>
            </a:r>
            <a:endParaRPr lang="en-US" sz="2000" dirty="0"/>
          </a:p>
        </p:txBody>
      </p:sp>
      <p:sp>
        <p:nvSpPr>
          <p:cNvPr id="8" name="g-kangaroo"/>
          <p:cNvSpPr/>
          <p:nvPr/>
        </p:nvSpPr>
        <p:spPr>
          <a:xfrm>
            <a:off x="3246120" y="1188720"/>
            <a:ext cx="2651760" cy="1600200"/>
          </a:xfrm>
          <a:prstGeom prst="roundRect">
            <a:avLst>
              <a:gd name="adj" fmla="val 11429"/>
            </a:avLst>
          </a:prstGeom>
          <a:solidFill>
            <a:srgbClr val="E3F1F8"/>
          </a:solidFill>
          <a:ln w="12700">
            <a:solidFill>
              <a:srgbClr val="E3F1F8"/>
            </a:solidFill>
            <a:prstDash val="solid"/>
          </a:ln>
        </p:spPr>
      </p:sp>
      <p:pic>
        <p:nvPicPr>
          <p:cNvPr id="9" name="g-pic-kangaroo" descr="img/kangaroo.png">    </p:cNvPr>
          <p:cNvPicPr>
            <a:picLocks noChangeAspect="1"/>
          </p:cNvPicPr>
          <p:nvPr/>
        </p:nvPicPr>
        <p:blipFill>
          <a:blip r:embed="rId2"/>
          <a:stretch>
            <a:fillRect/>
          </a:stretch>
        </p:blipFill>
        <p:spPr>
          <a:xfrm>
            <a:off x="4069080" y="1280160"/>
            <a:ext cx="1005840" cy="1005840"/>
          </a:xfrm>
          <a:prstGeom prst="rect">
            <a:avLst/>
          </a:prstGeom>
        </p:spPr>
      </p:pic>
      <p:sp>
        <p:nvSpPr>
          <p:cNvPr id="10" name="g-t-kangaroo"/>
          <p:cNvSpPr txBox="1"/>
          <p:nvPr/>
        </p:nvSpPr>
        <p:spPr>
          <a:xfrm>
            <a:off x="3246120" y="2286000"/>
            <a:ext cx="2651760" cy="411480"/>
          </a:xfrm>
          <a:prstGeom prst="rect">
            <a:avLst/>
          </a:prstGeom>
          <a:noFill/>
          <a:ln/>
        </p:spPr>
        <p:txBody>
          <a:bodyPr wrap="square" lIns="0" tIns="0" rIns="0" bIns="0" rtlCol="0" anchor="ctr"/>
          <a:lstStyle/>
          <a:p>
            <a:pPr algn="ctr" indent="0" marL="0">
              <a:buNone/>
            </a:pPr>
            <a:r>
              <a:rPr lang="en-US" sz="2000" b="1" dirty="0">
                <a:solidFill>
                  <a:schemeClr val="tx2"/>
                </a:solidFill>
              </a:rPr>
              <a:t>kangaroo</a:t>
            </a:r>
            <a:endParaRPr lang="en-US" sz="2000" dirty="0"/>
          </a:p>
        </p:txBody>
      </p:sp>
      <p:sp>
        <p:nvSpPr>
          <p:cNvPr id="11" name="g-monkey"/>
          <p:cNvSpPr/>
          <p:nvPr/>
        </p:nvSpPr>
        <p:spPr>
          <a:xfrm>
            <a:off x="6035040" y="1188720"/>
            <a:ext cx="2651760" cy="1600200"/>
          </a:xfrm>
          <a:prstGeom prst="roundRect">
            <a:avLst>
              <a:gd name="adj" fmla="val 11429"/>
            </a:avLst>
          </a:prstGeom>
          <a:solidFill>
            <a:srgbClr val="E3F1F8"/>
          </a:solidFill>
          <a:ln w="12700">
            <a:solidFill>
              <a:srgbClr val="E3F1F8"/>
            </a:solidFill>
            <a:prstDash val="solid"/>
          </a:ln>
        </p:spPr>
      </p:sp>
      <p:pic>
        <p:nvPicPr>
          <p:cNvPr id="12" name="g-pic-monkey" descr="img/monkey.png">    </p:cNvPr>
          <p:cNvPicPr>
            <a:picLocks noChangeAspect="1"/>
          </p:cNvPicPr>
          <p:nvPr/>
        </p:nvPicPr>
        <p:blipFill>
          <a:blip r:embed="rId3"/>
          <a:stretch>
            <a:fillRect/>
          </a:stretch>
        </p:blipFill>
        <p:spPr>
          <a:xfrm>
            <a:off x="6858000" y="1280160"/>
            <a:ext cx="1005840" cy="1005840"/>
          </a:xfrm>
          <a:prstGeom prst="rect">
            <a:avLst/>
          </a:prstGeom>
        </p:spPr>
      </p:pic>
      <p:sp>
        <p:nvSpPr>
          <p:cNvPr id="13" name="g-t-monkey"/>
          <p:cNvSpPr txBox="1"/>
          <p:nvPr/>
        </p:nvSpPr>
        <p:spPr>
          <a:xfrm>
            <a:off x="6035040" y="2286000"/>
            <a:ext cx="2651760" cy="411480"/>
          </a:xfrm>
          <a:prstGeom prst="rect">
            <a:avLst/>
          </a:prstGeom>
          <a:noFill/>
          <a:ln/>
        </p:spPr>
        <p:txBody>
          <a:bodyPr wrap="square" lIns="0" tIns="0" rIns="0" bIns="0" rtlCol="0" anchor="ctr"/>
          <a:lstStyle/>
          <a:p>
            <a:pPr algn="ctr" indent="0" marL="0">
              <a:buNone/>
            </a:pPr>
            <a:r>
              <a:rPr lang="en-US" sz="2000" b="1" dirty="0">
                <a:solidFill>
                  <a:schemeClr val="tx2"/>
                </a:solidFill>
              </a:rPr>
              <a:t>monkey</a:t>
            </a:r>
            <a:endParaRPr lang="en-US" sz="2000" dirty="0"/>
          </a:p>
        </p:txBody>
      </p:sp>
      <p:sp>
        <p:nvSpPr>
          <p:cNvPr id="14" name="g-penguin"/>
          <p:cNvSpPr/>
          <p:nvPr/>
        </p:nvSpPr>
        <p:spPr>
          <a:xfrm>
            <a:off x="457200" y="2926080"/>
            <a:ext cx="2651760" cy="1600200"/>
          </a:xfrm>
          <a:prstGeom prst="roundRect">
            <a:avLst>
              <a:gd name="adj" fmla="val 11429"/>
            </a:avLst>
          </a:prstGeom>
          <a:solidFill>
            <a:srgbClr val="E3F1F8"/>
          </a:solidFill>
          <a:ln w="12700">
            <a:solidFill>
              <a:srgbClr val="E3F1F8"/>
            </a:solidFill>
            <a:prstDash val="solid"/>
          </a:ln>
        </p:spPr>
      </p:sp>
      <p:pic>
        <p:nvPicPr>
          <p:cNvPr id="15" name="g-pic-penguin" descr="img/penguin.png">    </p:cNvPr>
          <p:cNvPicPr>
            <a:picLocks noChangeAspect="1"/>
          </p:cNvPicPr>
          <p:nvPr/>
        </p:nvPicPr>
        <p:blipFill>
          <a:blip r:embed="rId4"/>
          <a:stretch>
            <a:fillRect/>
          </a:stretch>
        </p:blipFill>
        <p:spPr>
          <a:xfrm>
            <a:off x="1280160" y="3017520"/>
            <a:ext cx="1005840" cy="1005840"/>
          </a:xfrm>
          <a:prstGeom prst="rect">
            <a:avLst/>
          </a:prstGeom>
        </p:spPr>
      </p:pic>
      <p:sp>
        <p:nvSpPr>
          <p:cNvPr id="16" name="g-t-penguin"/>
          <p:cNvSpPr txBox="1"/>
          <p:nvPr/>
        </p:nvSpPr>
        <p:spPr>
          <a:xfrm>
            <a:off x="457200" y="4023360"/>
            <a:ext cx="2651760" cy="411480"/>
          </a:xfrm>
          <a:prstGeom prst="rect">
            <a:avLst/>
          </a:prstGeom>
          <a:noFill/>
          <a:ln/>
        </p:spPr>
        <p:txBody>
          <a:bodyPr wrap="square" lIns="0" tIns="0" rIns="0" bIns="0" rtlCol="0" anchor="ctr"/>
          <a:lstStyle/>
          <a:p>
            <a:pPr algn="ctr" indent="0" marL="0">
              <a:buNone/>
            </a:pPr>
            <a:r>
              <a:rPr lang="en-US" sz="2000" b="1" dirty="0">
                <a:solidFill>
                  <a:schemeClr val="tx2"/>
                </a:solidFill>
              </a:rPr>
              <a:t>penguin</a:t>
            </a:r>
            <a:endParaRPr lang="en-US" sz="2000" dirty="0"/>
          </a:p>
        </p:txBody>
      </p:sp>
      <p:sp>
        <p:nvSpPr>
          <p:cNvPr id="17" name="g-snake"/>
          <p:cNvSpPr/>
          <p:nvPr/>
        </p:nvSpPr>
        <p:spPr>
          <a:xfrm>
            <a:off x="3246120" y="2926080"/>
            <a:ext cx="2651760" cy="1600200"/>
          </a:xfrm>
          <a:prstGeom prst="roundRect">
            <a:avLst>
              <a:gd name="adj" fmla="val 11429"/>
            </a:avLst>
          </a:prstGeom>
          <a:solidFill>
            <a:srgbClr val="E3F1F8"/>
          </a:solidFill>
          <a:ln w="12700">
            <a:solidFill>
              <a:srgbClr val="E3F1F8"/>
            </a:solidFill>
            <a:prstDash val="solid"/>
          </a:ln>
        </p:spPr>
      </p:sp>
      <p:pic>
        <p:nvPicPr>
          <p:cNvPr id="18" name="g-pic-snake" descr="img/snake.png">    </p:cNvPr>
          <p:cNvPicPr>
            <a:picLocks noChangeAspect="1"/>
          </p:cNvPicPr>
          <p:nvPr/>
        </p:nvPicPr>
        <p:blipFill>
          <a:blip r:embed="rId5"/>
          <a:stretch>
            <a:fillRect/>
          </a:stretch>
        </p:blipFill>
        <p:spPr>
          <a:xfrm>
            <a:off x="4069080" y="3017520"/>
            <a:ext cx="1005840" cy="1005840"/>
          </a:xfrm>
          <a:prstGeom prst="rect">
            <a:avLst/>
          </a:prstGeom>
        </p:spPr>
      </p:pic>
      <p:sp>
        <p:nvSpPr>
          <p:cNvPr id="19" name="g-t-snake"/>
          <p:cNvSpPr txBox="1"/>
          <p:nvPr/>
        </p:nvSpPr>
        <p:spPr>
          <a:xfrm>
            <a:off x="3246120" y="4023360"/>
            <a:ext cx="2651760" cy="411480"/>
          </a:xfrm>
          <a:prstGeom prst="rect">
            <a:avLst/>
          </a:prstGeom>
          <a:noFill/>
          <a:ln/>
        </p:spPr>
        <p:txBody>
          <a:bodyPr wrap="square" lIns="0" tIns="0" rIns="0" bIns="0" rtlCol="0" anchor="ctr"/>
          <a:lstStyle/>
          <a:p>
            <a:pPr algn="ctr" indent="0" marL="0">
              <a:buNone/>
            </a:pPr>
            <a:r>
              <a:rPr lang="en-US" sz="2000" b="1" dirty="0">
                <a:solidFill>
                  <a:schemeClr val="tx2"/>
                </a:solidFill>
              </a:rPr>
              <a:t>snake</a:t>
            </a:r>
            <a:endParaRPr lang="en-US" sz="2000" dirty="0"/>
          </a:p>
        </p:txBody>
      </p:sp>
      <p:sp>
        <p:nvSpPr>
          <p:cNvPr id="20" name="g-polarbear"/>
          <p:cNvSpPr/>
          <p:nvPr/>
        </p:nvSpPr>
        <p:spPr>
          <a:xfrm>
            <a:off x="6035040" y="2926080"/>
            <a:ext cx="2651760" cy="1600200"/>
          </a:xfrm>
          <a:prstGeom prst="roundRect">
            <a:avLst>
              <a:gd name="adj" fmla="val 11429"/>
            </a:avLst>
          </a:prstGeom>
          <a:solidFill>
            <a:srgbClr val="E3F1F8"/>
          </a:solidFill>
          <a:ln w="12700">
            <a:solidFill>
              <a:srgbClr val="E3F1F8"/>
            </a:solidFill>
            <a:prstDash val="solid"/>
          </a:ln>
        </p:spPr>
      </p:sp>
      <p:pic>
        <p:nvPicPr>
          <p:cNvPr id="21" name="g-pic-polarbear" descr="img/polarbear.png">    </p:cNvPr>
          <p:cNvPicPr>
            <a:picLocks noChangeAspect="1"/>
          </p:cNvPicPr>
          <p:nvPr/>
        </p:nvPicPr>
        <p:blipFill>
          <a:blip r:embed="rId6"/>
          <a:stretch>
            <a:fillRect/>
          </a:stretch>
        </p:blipFill>
        <p:spPr>
          <a:xfrm>
            <a:off x="6858000" y="3017520"/>
            <a:ext cx="1005840" cy="1005840"/>
          </a:xfrm>
          <a:prstGeom prst="rect">
            <a:avLst/>
          </a:prstGeom>
        </p:spPr>
      </p:pic>
      <p:sp>
        <p:nvSpPr>
          <p:cNvPr id="22" name="g-t-polarbear"/>
          <p:cNvSpPr txBox="1"/>
          <p:nvPr/>
        </p:nvSpPr>
        <p:spPr>
          <a:xfrm>
            <a:off x="6035040" y="4023360"/>
            <a:ext cx="2651760" cy="411480"/>
          </a:xfrm>
          <a:prstGeom prst="rect">
            <a:avLst/>
          </a:prstGeom>
          <a:noFill/>
          <a:ln/>
        </p:spPr>
        <p:txBody>
          <a:bodyPr wrap="square" lIns="0" tIns="0" rIns="0" bIns="0" rtlCol="0" anchor="ctr"/>
          <a:lstStyle/>
          <a:p>
            <a:pPr algn="ctr" indent="0" marL="0">
              <a:buNone/>
            </a:pPr>
            <a:r>
              <a:rPr lang="en-US" sz="2000" b="1" dirty="0">
                <a:solidFill>
                  <a:schemeClr val="tx2"/>
                </a:solidFill>
              </a:rPr>
              <a:t>polar bear</a:t>
            </a:r>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4000" b="1" dirty="0">
                <a:solidFill>
                  <a:schemeClr val="tx2"/>
                </a:solidFill>
              </a:rPr>
              <a:t>What's missing?</a:t>
            </a:r>
            <a:endParaRPr lang="en-US" sz="4000" dirty="0"/>
          </a:p>
        </p:txBody>
      </p:sp>
      <p:sp>
        <p:nvSpPr>
          <p:cNvPr id="3" name="Text 0"/>
          <p:cNvSpPr/>
          <p:nvPr>
            <p:ph idx="101" type="body" hasCustomPrompt="1"/>
          </p:nvPr>
        </p:nvSpPr>
        <p:spPr>
          <a:xfrm>
            <a:off x="457200" y="4727448"/>
            <a:ext cx="8229600" cy="320040"/>
          </a:xfrm>
          <a:prstGeom prst="rect">
            <a:avLst/>
          </a:prstGeom>
          <a:noFill/>
          <a:ln/>
        </p:spPr>
        <p:txBody>
          <a:bodyPr wrap="square" lIns="0" tIns="0" rIns="0" bIns="0" rtlCol="0" anchor="ctr"/>
          <a:lstStyle/>
          <a:p>
            <a:pPr algn="l" indent="0" marL="0">
              <a:buNone/>
            </a:pPr>
            <a:r>
              <a:rPr lang="en-US" sz="1200" i="1" dirty="0">
                <a:solidFill>
                  <a:schemeClr val="accent5"/>
                </a:solidFill>
              </a:rPr>
              <a:t>Teacher: Round 1 of 3. "Open your eyes! What's missing?" Upper KG say the word, Lower KG do the action. Click to reveal.</a:t>
            </a:r>
            <a:endParaRPr lang="en-US" sz="1200" dirty="0"/>
          </a:p>
        </p:txBody>
      </p:sp>
      <p:sp>
        <p:nvSpPr>
          <p:cNvPr id="5" name="g-elephant"/>
          <p:cNvSpPr/>
          <p:nvPr/>
        </p:nvSpPr>
        <p:spPr>
          <a:xfrm>
            <a:off x="457200" y="1188720"/>
            <a:ext cx="2651760" cy="1600200"/>
          </a:xfrm>
          <a:prstGeom prst="roundRect">
            <a:avLst>
              <a:gd name="adj" fmla="val 11429"/>
            </a:avLst>
          </a:prstGeom>
          <a:solidFill>
            <a:srgbClr val="E3F1F8"/>
          </a:solidFill>
          <a:ln w="12700">
            <a:solidFill>
              <a:srgbClr val="E3F1F8"/>
            </a:solidFill>
            <a:prstDash val="solid"/>
          </a:ln>
        </p:spPr>
      </p:sp>
      <p:pic>
        <p:nvPicPr>
          <p:cNvPr id="6" name="g-pic-elephant" descr="img/elephant.png">    </p:cNvPr>
          <p:cNvPicPr>
            <a:picLocks noChangeAspect="1"/>
          </p:cNvPicPr>
          <p:nvPr/>
        </p:nvPicPr>
        <p:blipFill>
          <a:blip r:embed="rId1"/>
          <a:stretch>
            <a:fillRect/>
          </a:stretch>
        </p:blipFill>
        <p:spPr>
          <a:xfrm>
            <a:off x="1280160" y="1280160"/>
            <a:ext cx="1005840" cy="1005840"/>
          </a:xfrm>
          <a:prstGeom prst="rect">
            <a:avLst/>
          </a:prstGeom>
        </p:spPr>
      </p:pic>
      <p:sp>
        <p:nvSpPr>
          <p:cNvPr id="7" name="g-t-elephant"/>
          <p:cNvSpPr txBox="1"/>
          <p:nvPr/>
        </p:nvSpPr>
        <p:spPr>
          <a:xfrm>
            <a:off x="457200" y="2286000"/>
            <a:ext cx="2651760" cy="411480"/>
          </a:xfrm>
          <a:prstGeom prst="rect">
            <a:avLst/>
          </a:prstGeom>
          <a:noFill/>
          <a:ln/>
        </p:spPr>
        <p:txBody>
          <a:bodyPr wrap="square" lIns="0" tIns="0" rIns="0" bIns="0" rtlCol="0" anchor="ctr"/>
          <a:lstStyle/>
          <a:p>
            <a:pPr algn="ctr" indent="0" marL="0">
              <a:buNone/>
            </a:pPr>
            <a:r>
              <a:rPr lang="en-US" sz="2000" b="1" dirty="0">
                <a:solidFill>
                  <a:schemeClr val="tx2"/>
                </a:solidFill>
              </a:rPr>
              <a:t>elephant</a:t>
            </a:r>
            <a:endParaRPr lang="en-US" sz="2000" dirty="0"/>
          </a:p>
        </p:txBody>
      </p:sp>
      <p:sp>
        <p:nvSpPr>
          <p:cNvPr id="8" name="g-kangaroo"/>
          <p:cNvSpPr/>
          <p:nvPr/>
        </p:nvSpPr>
        <p:spPr>
          <a:xfrm>
            <a:off x="3246120" y="1188720"/>
            <a:ext cx="2651760" cy="1600200"/>
          </a:xfrm>
          <a:prstGeom prst="roundRect">
            <a:avLst>
              <a:gd name="adj" fmla="val 11429"/>
            </a:avLst>
          </a:prstGeom>
          <a:solidFill>
            <a:srgbClr val="E3F1F8"/>
          </a:solidFill>
          <a:ln w="12700">
            <a:solidFill>
              <a:srgbClr val="E3F1F8"/>
            </a:solidFill>
            <a:prstDash val="solid"/>
          </a:ln>
        </p:spPr>
      </p:sp>
      <p:pic>
        <p:nvPicPr>
          <p:cNvPr id="9" name="g-pic-kangaroo" descr="img/kangaroo.png">    </p:cNvPr>
          <p:cNvPicPr>
            <a:picLocks noChangeAspect="1"/>
          </p:cNvPicPr>
          <p:nvPr/>
        </p:nvPicPr>
        <p:blipFill>
          <a:blip r:embed="rId2"/>
          <a:stretch>
            <a:fillRect/>
          </a:stretch>
        </p:blipFill>
        <p:spPr>
          <a:xfrm>
            <a:off x="4069080" y="1280160"/>
            <a:ext cx="1005840" cy="1005840"/>
          </a:xfrm>
          <a:prstGeom prst="rect">
            <a:avLst/>
          </a:prstGeom>
        </p:spPr>
      </p:pic>
      <p:sp>
        <p:nvSpPr>
          <p:cNvPr id="10" name="g-t-kangaroo"/>
          <p:cNvSpPr txBox="1"/>
          <p:nvPr/>
        </p:nvSpPr>
        <p:spPr>
          <a:xfrm>
            <a:off x="3246120" y="2286000"/>
            <a:ext cx="2651760" cy="411480"/>
          </a:xfrm>
          <a:prstGeom prst="rect">
            <a:avLst/>
          </a:prstGeom>
          <a:noFill/>
          <a:ln/>
        </p:spPr>
        <p:txBody>
          <a:bodyPr wrap="square" lIns="0" tIns="0" rIns="0" bIns="0" rtlCol="0" anchor="ctr"/>
          <a:lstStyle/>
          <a:p>
            <a:pPr algn="ctr" indent="0" marL="0">
              <a:buNone/>
            </a:pPr>
            <a:r>
              <a:rPr lang="en-US" sz="2000" b="1" dirty="0">
                <a:solidFill>
                  <a:schemeClr val="tx2"/>
                </a:solidFill>
              </a:rPr>
              <a:t>kangaroo</a:t>
            </a:r>
            <a:endParaRPr lang="en-US" sz="2000" dirty="0"/>
          </a:p>
        </p:txBody>
      </p:sp>
      <p:sp>
        <p:nvSpPr>
          <p:cNvPr id="11" name="g-monkey"/>
          <p:cNvSpPr/>
          <p:nvPr/>
        </p:nvSpPr>
        <p:spPr>
          <a:xfrm>
            <a:off x="6035040" y="1188720"/>
            <a:ext cx="2651760" cy="1600200"/>
          </a:xfrm>
          <a:prstGeom prst="roundRect">
            <a:avLst>
              <a:gd name="adj" fmla="val 11429"/>
            </a:avLst>
          </a:prstGeom>
          <a:solidFill>
            <a:srgbClr val="E3F1F8"/>
          </a:solidFill>
          <a:ln w="12700">
            <a:solidFill>
              <a:srgbClr val="E3F1F8"/>
            </a:solidFill>
            <a:prstDash val="solid"/>
          </a:ln>
        </p:spPr>
      </p:sp>
      <p:pic>
        <p:nvPicPr>
          <p:cNvPr id="12" name="g-pic-monkey" descr="img/monkey.png">    </p:cNvPr>
          <p:cNvPicPr>
            <a:picLocks noChangeAspect="1"/>
          </p:cNvPicPr>
          <p:nvPr/>
        </p:nvPicPr>
        <p:blipFill>
          <a:blip r:embed="rId3"/>
          <a:stretch>
            <a:fillRect/>
          </a:stretch>
        </p:blipFill>
        <p:spPr>
          <a:xfrm>
            <a:off x="6858000" y="1280160"/>
            <a:ext cx="1005840" cy="1005840"/>
          </a:xfrm>
          <a:prstGeom prst="rect">
            <a:avLst/>
          </a:prstGeom>
        </p:spPr>
      </p:pic>
      <p:sp>
        <p:nvSpPr>
          <p:cNvPr id="13" name="g-t-monkey"/>
          <p:cNvSpPr txBox="1"/>
          <p:nvPr/>
        </p:nvSpPr>
        <p:spPr>
          <a:xfrm>
            <a:off x="6035040" y="2286000"/>
            <a:ext cx="2651760" cy="411480"/>
          </a:xfrm>
          <a:prstGeom prst="rect">
            <a:avLst/>
          </a:prstGeom>
          <a:noFill/>
          <a:ln/>
        </p:spPr>
        <p:txBody>
          <a:bodyPr wrap="square" lIns="0" tIns="0" rIns="0" bIns="0" rtlCol="0" anchor="ctr"/>
          <a:lstStyle/>
          <a:p>
            <a:pPr algn="ctr" indent="0" marL="0">
              <a:buNone/>
            </a:pPr>
            <a:r>
              <a:rPr lang="en-US" sz="2000" b="1" dirty="0">
                <a:solidFill>
                  <a:schemeClr val="tx2"/>
                </a:solidFill>
              </a:rPr>
              <a:t>monkey</a:t>
            </a:r>
            <a:endParaRPr lang="en-US" sz="2000" dirty="0"/>
          </a:p>
        </p:txBody>
      </p:sp>
      <p:sp>
        <p:nvSpPr>
          <p:cNvPr id="14" name="g-penguin"/>
          <p:cNvSpPr/>
          <p:nvPr/>
        </p:nvSpPr>
        <p:spPr>
          <a:xfrm>
            <a:off x="457200" y="2926080"/>
            <a:ext cx="2651760" cy="1600200"/>
          </a:xfrm>
          <a:prstGeom prst="roundRect">
            <a:avLst>
              <a:gd name="adj" fmla="val 11429"/>
            </a:avLst>
          </a:prstGeom>
          <a:solidFill>
            <a:srgbClr val="F2CE3E"/>
          </a:solidFill>
          <a:ln w="12700">
            <a:solidFill>
              <a:srgbClr val="F2CE3E"/>
            </a:solidFill>
            <a:prstDash val="solid"/>
          </a:ln>
        </p:spPr>
      </p:sp>
      <p:pic>
        <p:nvPicPr>
          <p:cNvPr id="15" name="g-q-penguin" descr="img/question.png">    </p:cNvPr>
          <p:cNvPicPr>
            <a:picLocks noChangeAspect="1"/>
          </p:cNvPicPr>
          <p:nvPr/>
        </p:nvPicPr>
        <p:blipFill>
          <a:blip r:embed="rId4"/>
          <a:stretch>
            <a:fillRect/>
          </a:stretch>
        </p:blipFill>
        <p:spPr>
          <a:xfrm>
            <a:off x="1325880" y="3108960"/>
            <a:ext cx="914400" cy="914400"/>
          </a:xfrm>
          <a:prstGeom prst="rect">
            <a:avLst/>
          </a:prstGeom>
        </p:spPr>
      </p:pic>
      <p:sp>
        <p:nvSpPr>
          <p:cNvPr id="16" name="g-qt-penguin"/>
          <p:cNvSpPr txBox="1"/>
          <p:nvPr/>
        </p:nvSpPr>
        <p:spPr>
          <a:xfrm>
            <a:off x="457200" y="4023360"/>
            <a:ext cx="2651760" cy="411480"/>
          </a:xfrm>
          <a:prstGeom prst="rect">
            <a:avLst/>
          </a:prstGeom>
          <a:noFill/>
          <a:ln/>
        </p:spPr>
        <p:txBody>
          <a:bodyPr wrap="square" lIns="0" tIns="0" rIns="0" bIns="0" rtlCol="0" anchor="ctr"/>
          <a:lstStyle/>
          <a:p>
            <a:pPr algn="ctr" indent="0" marL="0">
              <a:buNone/>
            </a:pPr>
            <a:r>
              <a:rPr lang="en-US" sz="2000" b="1" dirty="0">
                <a:solidFill>
                  <a:schemeClr val="tx2"/>
                </a:solidFill>
              </a:rPr>
              <a:t>?</a:t>
            </a:r>
            <a:endParaRPr lang="en-US" sz="2000" dirty="0"/>
          </a:p>
        </p:txBody>
      </p:sp>
      <p:sp>
        <p:nvSpPr>
          <p:cNvPr id="17" name="g-snake"/>
          <p:cNvSpPr/>
          <p:nvPr/>
        </p:nvSpPr>
        <p:spPr>
          <a:xfrm>
            <a:off x="3246120" y="2926080"/>
            <a:ext cx="2651760" cy="1600200"/>
          </a:xfrm>
          <a:prstGeom prst="roundRect">
            <a:avLst>
              <a:gd name="adj" fmla="val 11429"/>
            </a:avLst>
          </a:prstGeom>
          <a:solidFill>
            <a:srgbClr val="E3F1F8"/>
          </a:solidFill>
          <a:ln w="12700">
            <a:solidFill>
              <a:srgbClr val="E3F1F8"/>
            </a:solidFill>
            <a:prstDash val="solid"/>
          </a:ln>
        </p:spPr>
      </p:sp>
      <p:pic>
        <p:nvPicPr>
          <p:cNvPr id="18" name="g-pic-snake" descr="img/snake.png">    </p:cNvPr>
          <p:cNvPicPr>
            <a:picLocks noChangeAspect="1"/>
          </p:cNvPicPr>
          <p:nvPr/>
        </p:nvPicPr>
        <p:blipFill>
          <a:blip r:embed="rId5"/>
          <a:stretch>
            <a:fillRect/>
          </a:stretch>
        </p:blipFill>
        <p:spPr>
          <a:xfrm>
            <a:off x="4069080" y="3017520"/>
            <a:ext cx="1005840" cy="1005840"/>
          </a:xfrm>
          <a:prstGeom prst="rect">
            <a:avLst/>
          </a:prstGeom>
        </p:spPr>
      </p:pic>
      <p:sp>
        <p:nvSpPr>
          <p:cNvPr id="19" name="g-t-snake"/>
          <p:cNvSpPr txBox="1"/>
          <p:nvPr/>
        </p:nvSpPr>
        <p:spPr>
          <a:xfrm>
            <a:off x="3246120" y="4023360"/>
            <a:ext cx="2651760" cy="411480"/>
          </a:xfrm>
          <a:prstGeom prst="rect">
            <a:avLst/>
          </a:prstGeom>
          <a:noFill/>
          <a:ln/>
        </p:spPr>
        <p:txBody>
          <a:bodyPr wrap="square" lIns="0" tIns="0" rIns="0" bIns="0" rtlCol="0" anchor="ctr"/>
          <a:lstStyle/>
          <a:p>
            <a:pPr algn="ctr" indent="0" marL="0">
              <a:buNone/>
            </a:pPr>
            <a:r>
              <a:rPr lang="en-US" sz="2000" b="1" dirty="0">
                <a:solidFill>
                  <a:schemeClr val="tx2"/>
                </a:solidFill>
              </a:rPr>
              <a:t>snake</a:t>
            </a:r>
            <a:endParaRPr lang="en-US" sz="2000" dirty="0"/>
          </a:p>
        </p:txBody>
      </p:sp>
      <p:sp>
        <p:nvSpPr>
          <p:cNvPr id="20" name="g-polarbear"/>
          <p:cNvSpPr/>
          <p:nvPr/>
        </p:nvSpPr>
        <p:spPr>
          <a:xfrm>
            <a:off x="6035040" y="2926080"/>
            <a:ext cx="2651760" cy="1600200"/>
          </a:xfrm>
          <a:prstGeom prst="roundRect">
            <a:avLst>
              <a:gd name="adj" fmla="val 11429"/>
            </a:avLst>
          </a:prstGeom>
          <a:solidFill>
            <a:srgbClr val="E3F1F8"/>
          </a:solidFill>
          <a:ln w="12700">
            <a:solidFill>
              <a:srgbClr val="E3F1F8"/>
            </a:solidFill>
            <a:prstDash val="solid"/>
          </a:ln>
        </p:spPr>
      </p:sp>
      <p:pic>
        <p:nvPicPr>
          <p:cNvPr id="21" name="g-pic-polarbear" descr="img/polarbear.png">    </p:cNvPr>
          <p:cNvPicPr>
            <a:picLocks noChangeAspect="1"/>
          </p:cNvPicPr>
          <p:nvPr/>
        </p:nvPicPr>
        <p:blipFill>
          <a:blip r:embed="rId6"/>
          <a:stretch>
            <a:fillRect/>
          </a:stretch>
        </p:blipFill>
        <p:spPr>
          <a:xfrm>
            <a:off x="6858000" y="3017520"/>
            <a:ext cx="1005840" cy="1005840"/>
          </a:xfrm>
          <a:prstGeom prst="rect">
            <a:avLst/>
          </a:prstGeom>
        </p:spPr>
      </p:pic>
      <p:sp>
        <p:nvSpPr>
          <p:cNvPr id="22" name="g-t-polarbear"/>
          <p:cNvSpPr txBox="1"/>
          <p:nvPr/>
        </p:nvSpPr>
        <p:spPr>
          <a:xfrm>
            <a:off x="6035040" y="4023360"/>
            <a:ext cx="2651760" cy="411480"/>
          </a:xfrm>
          <a:prstGeom prst="rect">
            <a:avLst/>
          </a:prstGeom>
          <a:noFill/>
          <a:ln/>
        </p:spPr>
        <p:txBody>
          <a:bodyPr wrap="square" lIns="0" tIns="0" rIns="0" bIns="0" rtlCol="0" anchor="ctr"/>
          <a:lstStyle/>
          <a:p>
            <a:pPr algn="ctr" indent="0" marL="0">
              <a:buNone/>
            </a:pPr>
            <a:r>
              <a:rPr lang="en-US" sz="2000" b="1" dirty="0">
                <a:solidFill>
                  <a:schemeClr val="tx2"/>
                </a:solidFill>
              </a:rPr>
              <a:t>polar bear</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4000" b="1" dirty="0">
                <a:solidFill>
                  <a:schemeClr val="tx2"/>
                </a:solidFill>
              </a:rPr>
              <a:t>Yes! The penguin!</a:t>
            </a:r>
            <a:endParaRPr lang="en-US" sz="4000" dirty="0"/>
          </a:p>
        </p:txBody>
      </p:sp>
      <p:sp>
        <p:nvSpPr>
          <p:cNvPr id="3" name="Text 0"/>
          <p:cNvSpPr/>
          <p:nvPr>
            <p:ph idx="101" type="body" hasCustomPrompt="1"/>
          </p:nvPr>
        </p:nvSpPr>
        <p:spPr>
          <a:xfrm>
            <a:off x="457200" y="4727448"/>
            <a:ext cx="8229600" cy="320040"/>
          </a:xfrm>
          <a:prstGeom prst="rect">
            <a:avLst/>
          </a:prstGeom>
          <a:noFill/>
          <a:ln/>
        </p:spPr>
        <p:txBody>
          <a:bodyPr wrap="square" lIns="0" tIns="0" rIns="0" bIns="0" rtlCol="0" anchor="ctr"/>
          <a:lstStyle/>
          <a:p>
            <a:pPr algn="l" indent="0" marL="0">
              <a:buNone/>
            </a:pPr>
            <a:r>
              <a:rPr lang="en-US" sz="1200" i="1" dirty="0">
                <a:solidFill>
                  <a:schemeClr val="accent5"/>
                </a:solidFill>
              </a:rPr>
              <a:t>Teacher: Everyone: "penguin!" + action. Then "Close your eyes!" and click for the next round.</a:t>
            </a:r>
            <a:endParaRPr lang="en-US" sz="1200" dirty="0"/>
          </a:p>
        </p:txBody>
      </p:sp>
      <p:sp>
        <p:nvSpPr>
          <p:cNvPr id="5" name="g-elephant"/>
          <p:cNvSpPr/>
          <p:nvPr/>
        </p:nvSpPr>
        <p:spPr>
          <a:xfrm>
            <a:off x="457200" y="1188720"/>
            <a:ext cx="2651760" cy="1600200"/>
          </a:xfrm>
          <a:prstGeom prst="roundRect">
            <a:avLst>
              <a:gd name="adj" fmla="val 11429"/>
            </a:avLst>
          </a:prstGeom>
          <a:solidFill>
            <a:srgbClr val="E3F1F8"/>
          </a:solidFill>
          <a:ln w="12700">
            <a:solidFill>
              <a:srgbClr val="E3F1F8"/>
            </a:solidFill>
            <a:prstDash val="solid"/>
          </a:ln>
        </p:spPr>
      </p:sp>
      <p:pic>
        <p:nvPicPr>
          <p:cNvPr id="6" name="g-pic-elephant" descr="img/elephant.png">    </p:cNvPr>
          <p:cNvPicPr>
            <a:picLocks noChangeAspect="1"/>
          </p:cNvPicPr>
          <p:nvPr/>
        </p:nvPicPr>
        <p:blipFill>
          <a:blip r:embed="rId1"/>
          <a:stretch>
            <a:fillRect/>
          </a:stretch>
        </p:blipFill>
        <p:spPr>
          <a:xfrm>
            <a:off x="1280160" y="1280160"/>
            <a:ext cx="1005840" cy="1005840"/>
          </a:xfrm>
          <a:prstGeom prst="rect">
            <a:avLst/>
          </a:prstGeom>
        </p:spPr>
      </p:pic>
      <p:sp>
        <p:nvSpPr>
          <p:cNvPr id="7" name="g-t-elephant"/>
          <p:cNvSpPr txBox="1"/>
          <p:nvPr/>
        </p:nvSpPr>
        <p:spPr>
          <a:xfrm>
            <a:off x="457200" y="2286000"/>
            <a:ext cx="2651760" cy="411480"/>
          </a:xfrm>
          <a:prstGeom prst="rect">
            <a:avLst/>
          </a:prstGeom>
          <a:noFill/>
          <a:ln/>
        </p:spPr>
        <p:txBody>
          <a:bodyPr wrap="square" lIns="0" tIns="0" rIns="0" bIns="0" rtlCol="0" anchor="ctr"/>
          <a:lstStyle/>
          <a:p>
            <a:pPr algn="ctr" indent="0" marL="0">
              <a:buNone/>
            </a:pPr>
            <a:r>
              <a:rPr lang="en-US" sz="2000" b="1" dirty="0">
                <a:solidFill>
                  <a:schemeClr val="tx2"/>
                </a:solidFill>
              </a:rPr>
              <a:t>elephant</a:t>
            </a:r>
            <a:endParaRPr lang="en-US" sz="2000" dirty="0"/>
          </a:p>
        </p:txBody>
      </p:sp>
      <p:sp>
        <p:nvSpPr>
          <p:cNvPr id="8" name="g-kangaroo"/>
          <p:cNvSpPr/>
          <p:nvPr/>
        </p:nvSpPr>
        <p:spPr>
          <a:xfrm>
            <a:off x="3246120" y="1188720"/>
            <a:ext cx="2651760" cy="1600200"/>
          </a:xfrm>
          <a:prstGeom prst="roundRect">
            <a:avLst>
              <a:gd name="adj" fmla="val 11429"/>
            </a:avLst>
          </a:prstGeom>
          <a:solidFill>
            <a:srgbClr val="E3F1F8"/>
          </a:solidFill>
          <a:ln w="12700">
            <a:solidFill>
              <a:srgbClr val="E3F1F8"/>
            </a:solidFill>
            <a:prstDash val="solid"/>
          </a:ln>
        </p:spPr>
      </p:sp>
      <p:pic>
        <p:nvPicPr>
          <p:cNvPr id="9" name="g-pic-kangaroo" descr="img/kangaroo.png">    </p:cNvPr>
          <p:cNvPicPr>
            <a:picLocks noChangeAspect="1"/>
          </p:cNvPicPr>
          <p:nvPr/>
        </p:nvPicPr>
        <p:blipFill>
          <a:blip r:embed="rId2"/>
          <a:stretch>
            <a:fillRect/>
          </a:stretch>
        </p:blipFill>
        <p:spPr>
          <a:xfrm>
            <a:off x="4069080" y="1280160"/>
            <a:ext cx="1005840" cy="1005840"/>
          </a:xfrm>
          <a:prstGeom prst="rect">
            <a:avLst/>
          </a:prstGeom>
        </p:spPr>
      </p:pic>
      <p:sp>
        <p:nvSpPr>
          <p:cNvPr id="10" name="g-t-kangaroo"/>
          <p:cNvSpPr txBox="1"/>
          <p:nvPr/>
        </p:nvSpPr>
        <p:spPr>
          <a:xfrm>
            <a:off x="3246120" y="2286000"/>
            <a:ext cx="2651760" cy="411480"/>
          </a:xfrm>
          <a:prstGeom prst="rect">
            <a:avLst/>
          </a:prstGeom>
          <a:noFill/>
          <a:ln/>
        </p:spPr>
        <p:txBody>
          <a:bodyPr wrap="square" lIns="0" tIns="0" rIns="0" bIns="0" rtlCol="0" anchor="ctr"/>
          <a:lstStyle/>
          <a:p>
            <a:pPr algn="ctr" indent="0" marL="0">
              <a:buNone/>
            </a:pPr>
            <a:r>
              <a:rPr lang="en-US" sz="2000" b="1" dirty="0">
                <a:solidFill>
                  <a:schemeClr val="tx2"/>
                </a:solidFill>
              </a:rPr>
              <a:t>kangaroo</a:t>
            </a:r>
            <a:endParaRPr lang="en-US" sz="2000" dirty="0"/>
          </a:p>
        </p:txBody>
      </p:sp>
      <p:sp>
        <p:nvSpPr>
          <p:cNvPr id="11" name="g-monkey"/>
          <p:cNvSpPr/>
          <p:nvPr/>
        </p:nvSpPr>
        <p:spPr>
          <a:xfrm>
            <a:off x="6035040" y="1188720"/>
            <a:ext cx="2651760" cy="1600200"/>
          </a:xfrm>
          <a:prstGeom prst="roundRect">
            <a:avLst>
              <a:gd name="adj" fmla="val 11429"/>
            </a:avLst>
          </a:prstGeom>
          <a:solidFill>
            <a:srgbClr val="E3F1F8"/>
          </a:solidFill>
          <a:ln w="12700">
            <a:solidFill>
              <a:srgbClr val="E3F1F8"/>
            </a:solidFill>
            <a:prstDash val="solid"/>
          </a:ln>
        </p:spPr>
      </p:sp>
      <p:pic>
        <p:nvPicPr>
          <p:cNvPr id="12" name="g-pic-monkey" descr="img/monkey.png">    </p:cNvPr>
          <p:cNvPicPr>
            <a:picLocks noChangeAspect="1"/>
          </p:cNvPicPr>
          <p:nvPr/>
        </p:nvPicPr>
        <p:blipFill>
          <a:blip r:embed="rId3"/>
          <a:stretch>
            <a:fillRect/>
          </a:stretch>
        </p:blipFill>
        <p:spPr>
          <a:xfrm>
            <a:off x="6858000" y="1280160"/>
            <a:ext cx="1005840" cy="1005840"/>
          </a:xfrm>
          <a:prstGeom prst="rect">
            <a:avLst/>
          </a:prstGeom>
        </p:spPr>
      </p:pic>
      <p:sp>
        <p:nvSpPr>
          <p:cNvPr id="13" name="g-t-monkey"/>
          <p:cNvSpPr txBox="1"/>
          <p:nvPr/>
        </p:nvSpPr>
        <p:spPr>
          <a:xfrm>
            <a:off x="6035040" y="2286000"/>
            <a:ext cx="2651760" cy="411480"/>
          </a:xfrm>
          <a:prstGeom prst="rect">
            <a:avLst/>
          </a:prstGeom>
          <a:noFill/>
          <a:ln/>
        </p:spPr>
        <p:txBody>
          <a:bodyPr wrap="square" lIns="0" tIns="0" rIns="0" bIns="0" rtlCol="0" anchor="ctr"/>
          <a:lstStyle/>
          <a:p>
            <a:pPr algn="ctr" indent="0" marL="0">
              <a:buNone/>
            </a:pPr>
            <a:r>
              <a:rPr lang="en-US" sz="2000" b="1" dirty="0">
                <a:solidFill>
                  <a:schemeClr val="tx2"/>
                </a:solidFill>
              </a:rPr>
              <a:t>monkey</a:t>
            </a:r>
            <a:endParaRPr lang="en-US" sz="2000" dirty="0"/>
          </a:p>
        </p:txBody>
      </p:sp>
      <p:sp>
        <p:nvSpPr>
          <p:cNvPr id="14" name="g-penguin"/>
          <p:cNvSpPr/>
          <p:nvPr/>
        </p:nvSpPr>
        <p:spPr>
          <a:xfrm>
            <a:off x="457200" y="2926080"/>
            <a:ext cx="2651760" cy="1600200"/>
          </a:xfrm>
          <a:prstGeom prst="roundRect">
            <a:avLst>
              <a:gd name="adj" fmla="val 11429"/>
            </a:avLst>
          </a:prstGeom>
          <a:solidFill>
            <a:srgbClr val="E8F5EC"/>
          </a:solidFill>
          <a:ln w="12700">
            <a:solidFill>
              <a:srgbClr val="E8F5EC"/>
            </a:solidFill>
            <a:prstDash val="solid"/>
          </a:ln>
        </p:spPr>
      </p:sp>
      <p:pic>
        <p:nvPicPr>
          <p:cNvPr id="15" name="g-pic-penguin" descr="img/penguin.png">    </p:cNvPr>
          <p:cNvPicPr>
            <a:picLocks noChangeAspect="1"/>
          </p:cNvPicPr>
          <p:nvPr/>
        </p:nvPicPr>
        <p:blipFill>
          <a:blip r:embed="rId4"/>
          <a:stretch>
            <a:fillRect/>
          </a:stretch>
        </p:blipFill>
        <p:spPr>
          <a:xfrm>
            <a:off x="1280160" y="3017520"/>
            <a:ext cx="1005840" cy="1005840"/>
          </a:xfrm>
          <a:prstGeom prst="rect">
            <a:avLst/>
          </a:prstGeom>
        </p:spPr>
      </p:pic>
      <p:sp>
        <p:nvSpPr>
          <p:cNvPr id="16" name="g-t-penguin"/>
          <p:cNvSpPr txBox="1"/>
          <p:nvPr/>
        </p:nvSpPr>
        <p:spPr>
          <a:xfrm>
            <a:off x="457200" y="4023360"/>
            <a:ext cx="2651760" cy="411480"/>
          </a:xfrm>
          <a:prstGeom prst="rect">
            <a:avLst/>
          </a:prstGeom>
          <a:noFill/>
          <a:ln/>
        </p:spPr>
        <p:txBody>
          <a:bodyPr wrap="square" lIns="0" tIns="0" rIns="0" bIns="0" rtlCol="0" anchor="ctr"/>
          <a:lstStyle/>
          <a:p>
            <a:pPr algn="ctr" indent="0" marL="0">
              <a:buNone/>
            </a:pPr>
            <a:r>
              <a:rPr lang="en-US" sz="2000" b="1" dirty="0">
                <a:solidFill>
                  <a:schemeClr val="tx2"/>
                </a:solidFill>
              </a:rPr>
              <a:t>penguin</a:t>
            </a:r>
            <a:endParaRPr lang="en-US" sz="2000" dirty="0"/>
          </a:p>
        </p:txBody>
      </p:sp>
      <p:pic>
        <p:nvPicPr>
          <p:cNvPr id="17" name="g-star-penguin" descr="img/star.png">    </p:cNvPr>
          <p:cNvPicPr>
            <a:picLocks noChangeAspect="1"/>
          </p:cNvPicPr>
          <p:nvPr/>
        </p:nvPicPr>
        <p:blipFill>
          <a:blip r:embed="rId5"/>
          <a:stretch>
            <a:fillRect/>
          </a:stretch>
        </p:blipFill>
        <p:spPr>
          <a:xfrm>
            <a:off x="2514600" y="3017520"/>
            <a:ext cx="502920" cy="502920"/>
          </a:xfrm>
          <a:prstGeom prst="rect">
            <a:avLst/>
          </a:prstGeom>
        </p:spPr>
      </p:pic>
      <p:sp>
        <p:nvSpPr>
          <p:cNvPr id="18" name="g-snake"/>
          <p:cNvSpPr/>
          <p:nvPr/>
        </p:nvSpPr>
        <p:spPr>
          <a:xfrm>
            <a:off x="3246120" y="2926080"/>
            <a:ext cx="2651760" cy="1600200"/>
          </a:xfrm>
          <a:prstGeom prst="roundRect">
            <a:avLst>
              <a:gd name="adj" fmla="val 11429"/>
            </a:avLst>
          </a:prstGeom>
          <a:solidFill>
            <a:srgbClr val="E3F1F8"/>
          </a:solidFill>
          <a:ln w="12700">
            <a:solidFill>
              <a:srgbClr val="E3F1F8"/>
            </a:solidFill>
            <a:prstDash val="solid"/>
          </a:ln>
        </p:spPr>
      </p:sp>
      <p:pic>
        <p:nvPicPr>
          <p:cNvPr id="19" name="g-pic-snake" descr="img/snake.png">    </p:cNvPr>
          <p:cNvPicPr>
            <a:picLocks noChangeAspect="1"/>
          </p:cNvPicPr>
          <p:nvPr/>
        </p:nvPicPr>
        <p:blipFill>
          <a:blip r:embed="rId6"/>
          <a:stretch>
            <a:fillRect/>
          </a:stretch>
        </p:blipFill>
        <p:spPr>
          <a:xfrm>
            <a:off x="4069080" y="3017520"/>
            <a:ext cx="1005840" cy="1005840"/>
          </a:xfrm>
          <a:prstGeom prst="rect">
            <a:avLst/>
          </a:prstGeom>
        </p:spPr>
      </p:pic>
      <p:sp>
        <p:nvSpPr>
          <p:cNvPr id="20" name="g-t-snake"/>
          <p:cNvSpPr txBox="1"/>
          <p:nvPr/>
        </p:nvSpPr>
        <p:spPr>
          <a:xfrm>
            <a:off x="3246120" y="4023360"/>
            <a:ext cx="2651760" cy="411480"/>
          </a:xfrm>
          <a:prstGeom prst="rect">
            <a:avLst/>
          </a:prstGeom>
          <a:noFill/>
          <a:ln/>
        </p:spPr>
        <p:txBody>
          <a:bodyPr wrap="square" lIns="0" tIns="0" rIns="0" bIns="0" rtlCol="0" anchor="ctr"/>
          <a:lstStyle/>
          <a:p>
            <a:pPr algn="ctr" indent="0" marL="0">
              <a:buNone/>
            </a:pPr>
            <a:r>
              <a:rPr lang="en-US" sz="2000" b="1" dirty="0">
                <a:solidFill>
                  <a:schemeClr val="tx2"/>
                </a:solidFill>
              </a:rPr>
              <a:t>snake</a:t>
            </a:r>
            <a:endParaRPr lang="en-US" sz="2000" dirty="0"/>
          </a:p>
        </p:txBody>
      </p:sp>
      <p:sp>
        <p:nvSpPr>
          <p:cNvPr id="21" name="g-polarbear"/>
          <p:cNvSpPr/>
          <p:nvPr/>
        </p:nvSpPr>
        <p:spPr>
          <a:xfrm>
            <a:off x="6035040" y="2926080"/>
            <a:ext cx="2651760" cy="1600200"/>
          </a:xfrm>
          <a:prstGeom prst="roundRect">
            <a:avLst>
              <a:gd name="adj" fmla="val 11429"/>
            </a:avLst>
          </a:prstGeom>
          <a:solidFill>
            <a:srgbClr val="E3F1F8"/>
          </a:solidFill>
          <a:ln w="12700">
            <a:solidFill>
              <a:srgbClr val="E3F1F8"/>
            </a:solidFill>
            <a:prstDash val="solid"/>
          </a:ln>
        </p:spPr>
      </p:sp>
      <p:pic>
        <p:nvPicPr>
          <p:cNvPr id="22" name="g-pic-polarbear" descr="img/polarbear.png">    </p:cNvPr>
          <p:cNvPicPr>
            <a:picLocks noChangeAspect="1"/>
          </p:cNvPicPr>
          <p:nvPr/>
        </p:nvPicPr>
        <p:blipFill>
          <a:blip r:embed="rId7"/>
          <a:stretch>
            <a:fillRect/>
          </a:stretch>
        </p:blipFill>
        <p:spPr>
          <a:xfrm>
            <a:off x="6858000" y="3017520"/>
            <a:ext cx="1005840" cy="1005840"/>
          </a:xfrm>
          <a:prstGeom prst="rect">
            <a:avLst/>
          </a:prstGeom>
        </p:spPr>
      </p:pic>
      <p:sp>
        <p:nvSpPr>
          <p:cNvPr id="23" name="g-t-polarbear"/>
          <p:cNvSpPr txBox="1"/>
          <p:nvPr/>
        </p:nvSpPr>
        <p:spPr>
          <a:xfrm>
            <a:off x="6035040" y="4023360"/>
            <a:ext cx="2651760" cy="411480"/>
          </a:xfrm>
          <a:prstGeom prst="rect">
            <a:avLst/>
          </a:prstGeom>
          <a:noFill/>
          <a:ln/>
        </p:spPr>
        <p:txBody>
          <a:bodyPr wrap="square" lIns="0" tIns="0" rIns="0" bIns="0" rtlCol="0" anchor="ctr"/>
          <a:lstStyle/>
          <a:p>
            <a:pPr algn="ctr" indent="0" marL="0">
              <a:buNone/>
            </a:pPr>
            <a:r>
              <a:rPr lang="en-US" sz="2000" b="1" dirty="0">
                <a:solidFill>
                  <a:schemeClr val="tx2"/>
                </a:solidFill>
              </a:rPr>
              <a:t>polar bear</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4000" b="1" dirty="0">
                <a:solidFill>
                  <a:schemeClr val="tx2"/>
                </a:solidFill>
              </a:rPr>
              <a:t>What's missing?</a:t>
            </a:r>
            <a:endParaRPr lang="en-US" sz="4000" dirty="0"/>
          </a:p>
        </p:txBody>
      </p:sp>
      <p:sp>
        <p:nvSpPr>
          <p:cNvPr id="3" name="Text 0"/>
          <p:cNvSpPr/>
          <p:nvPr>
            <p:ph idx="101" type="body" hasCustomPrompt="1"/>
          </p:nvPr>
        </p:nvSpPr>
        <p:spPr>
          <a:xfrm>
            <a:off x="457200" y="4727448"/>
            <a:ext cx="8229600" cy="320040"/>
          </a:xfrm>
          <a:prstGeom prst="rect">
            <a:avLst/>
          </a:prstGeom>
          <a:noFill/>
          <a:ln/>
        </p:spPr>
        <p:txBody>
          <a:bodyPr wrap="square" lIns="0" tIns="0" rIns="0" bIns="0" rtlCol="0" anchor="ctr"/>
          <a:lstStyle/>
          <a:p>
            <a:pPr algn="l" indent="0" marL="0">
              <a:buNone/>
            </a:pPr>
            <a:r>
              <a:rPr lang="en-US" sz="1200" i="1" dirty="0">
                <a:solidFill>
                  <a:schemeClr val="accent5"/>
                </a:solidFill>
              </a:rPr>
              <a:t>Teacher: Round 2 of 3. "Open your eyes! What's missing?" Upper KG say the word, Lower KG do the action. Click to reveal.</a:t>
            </a:r>
            <a:endParaRPr lang="en-US" sz="1200" dirty="0"/>
          </a:p>
        </p:txBody>
      </p:sp>
      <p:sp>
        <p:nvSpPr>
          <p:cNvPr id="5" name="g-elephant"/>
          <p:cNvSpPr/>
          <p:nvPr/>
        </p:nvSpPr>
        <p:spPr>
          <a:xfrm>
            <a:off x="457200" y="1188720"/>
            <a:ext cx="2651760" cy="1600200"/>
          </a:xfrm>
          <a:prstGeom prst="roundRect">
            <a:avLst>
              <a:gd name="adj" fmla="val 11429"/>
            </a:avLst>
          </a:prstGeom>
          <a:solidFill>
            <a:srgbClr val="E3F1F8"/>
          </a:solidFill>
          <a:ln w="12700">
            <a:solidFill>
              <a:srgbClr val="E3F1F8"/>
            </a:solidFill>
            <a:prstDash val="solid"/>
          </a:ln>
        </p:spPr>
      </p:sp>
      <p:pic>
        <p:nvPicPr>
          <p:cNvPr id="6" name="g-pic-elephant" descr="img/elephant.png">    </p:cNvPr>
          <p:cNvPicPr>
            <a:picLocks noChangeAspect="1"/>
          </p:cNvPicPr>
          <p:nvPr/>
        </p:nvPicPr>
        <p:blipFill>
          <a:blip r:embed="rId1"/>
          <a:stretch>
            <a:fillRect/>
          </a:stretch>
        </p:blipFill>
        <p:spPr>
          <a:xfrm>
            <a:off x="1280160" y="1280160"/>
            <a:ext cx="1005840" cy="1005840"/>
          </a:xfrm>
          <a:prstGeom prst="rect">
            <a:avLst/>
          </a:prstGeom>
        </p:spPr>
      </p:pic>
      <p:sp>
        <p:nvSpPr>
          <p:cNvPr id="7" name="g-t-elephant"/>
          <p:cNvSpPr txBox="1"/>
          <p:nvPr/>
        </p:nvSpPr>
        <p:spPr>
          <a:xfrm>
            <a:off x="457200" y="2286000"/>
            <a:ext cx="2651760" cy="411480"/>
          </a:xfrm>
          <a:prstGeom prst="rect">
            <a:avLst/>
          </a:prstGeom>
          <a:noFill/>
          <a:ln/>
        </p:spPr>
        <p:txBody>
          <a:bodyPr wrap="square" lIns="0" tIns="0" rIns="0" bIns="0" rtlCol="0" anchor="ctr"/>
          <a:lstStyle/>
          <a:p>
            <a:pPr algn="ctr" indent="0" marL="0">
              <a:buNone/>
            </a:pPr>
            <a:r>
              <a:rPr lang="en-US" sz="2000" b="1" dirty="0">
                <a:solidFill>
                  <a:schemeClr val="tx2"/>
                </a:solidFill>
              </a:rPr>
              <a:t>elephant</a:t>
            </a:r>
            <a:endParaRPr lang="en-US" sz="2000" dirty="0"/>
          </a:p>
        </p:txBody>
      </p:sp>
      <p:sp>
        <p:nvSpPr>
          <p:cNvPr id="8" name="g-kangaroo"/>
          <p:cNvSpPr/>
          <p:nvPr/>
        </p:nvSpPr>
        <p:spPr>
          <a:xfrm>
            <a:off x="3246120" y="1188720"/>
            <a:ext cx="2651760" cy="1600200"/>
          </a:xfrm>
          <a:prstGeom prst="roundRect">
            <a:avLst>
              <a:gd name="adj" fmla="val 11429"/>
            </a:avLst>
          </a:prstGeom>
          <a:solidFill>
            <a:srgbClr val="E3F1F8"/>
          </a:solidFill>
          <a:ln w="12700">
            <a:solidFill>
              <a:srgbClr val="E3F1F8"/>
            </a:solidFill>
            <a:prstDash val="solid"/>
          </a:ln>
        </p:spPr>
      </p:sp>
      <p:pic>
        <p:nvPicPr>
          <p:cNvPr id="9" name="g-pic-kangaroo" descr="img/kangaroo.png">    </p:cNvPr>
          <p:cNvPicPr>
            <a:picLocks noChangeAspect="1"/>
          </p:cNvPicPr>
          <p:nvPr/>
        </p:nvPicPr>
        <p:blipFill>
          <a:blip r:embed="rId2"/>
          <a:stretch>
            <a:fillRect/>
          </a:stretch>
        </p:blipFill>
        <p:spPr>
          <a:xfrm>
            <a:off x="4069080" y="1280160"/>
            <a:ext cx="1005840" cy="1005840"/>
          </a:xfrm>
          <a:prstGeom prst="rect">
            <a:avLst/>
          </a:prstGeom>
        </p:spPr>
      </p:pic>
      <p:sp>
        <p:nvSpPr>
          <p:cNvPr id="10" name="g-t-kangaroo"/>
          <p:cNvSpPr txBox="1"/>
          <p:nvPr/>
        </p:nvSpPr>
        <p:spPr>
          <a:xfrm>
            <a:off x="3246120" y="2286000"/>
            <a:ext cx="2651760" cy="411480"/>
          </a:xfrm>
          <a:prstGeom prst="rect">
            <a:avLst/>
          </a:prstGeom>
          <a:noFill/>
          <a:ln/>
        </p:spPr>
        <p:txBody>
          <a:bodyPr wrap="square" lIns="0" tIns="0" rIns="0" bIns="0" rtlCol="0" anchor="ctr"/>
          <a:lstStyle/>
          <a:p>
            <a:pPr algn="ctr" indent="0" marL="0">
              <a:buNone/>
            </a:pPr>
            <a:r>
              <a:rPr lang="en-US" sz="2000" b="1" dirty="0">
                <a:solidFill>
                  <a:schemeClr val="tx2"/>
                </a:solidFill>
              </a:rPr>
              <a:t>kangaroo</a:t>
            </a:r>
            <a:endParaRPr lang="en-US" sz="2000" dirty="0"/>
          </a:p>
        </p:txBody>
      </p:sp>
      <p:sp>
        <p:nvSpPr>
          <p:cNvPr id="11" name="g-monkey"/>
          <p:cNvSpPr/>
          <p:nvPr/>
        </p:nvSpPr>
        <p:spPr>
          <a:xfrm>
            <a:off x="6035040" y="1188720"/>
            <a:ext cx="2651760" cy="1600200"/>
          </a:xfrm>
          <a:prstGeom prst="roundRect">
            <a:avLst>
              <a:gd name="adj" fmla="val 11429"/>
            </a:avLst>
          </a:prstGeom>
          <a:solidFill>
            <a:srgbClr val="E3F1F8"/>
          </a:solidFill>
          <a:ln w="12700">
            <a:solidFill>
              <a:srgbClr val="E3F1F8"/>
            </a:solidFill>
            <a:prstDash val="solid"/>
          </a:ln>
        </p:spPr>
      </p:sp>
      <p:pic>
        <p:nvPicPr>
          <p:cNvPr id="12" name="g-pic-monkey" descr="img/monkey.png">    </p:cNvPr>
          <p:cNvPicPr>
            <a:picLocks noChangeAspect="1"/>
          </p:cNvPicPr>
          <p:nvPr/>
        </p:nvPicPr>
        <p:blipFill>
          <a:blip r:embed="rId3"/>
          <a:stretch>
            <a:fillRect/>
          </a:stretch>
        </p:blipFill>
        <p:spPr>
          <a:xfrm>
            <a:off x="6858000" y="1280160"/>
            <a:ext cx="1005840" cy="1005840"/>
          </a:xfrm>
          <a:prstGeom prst="rect">
            <a:avLst/>
          </a:prstGeom>
        </p:spPr>
      </p:pic>
      <p:sp>
        <p:nvSpPr>
          <p:cNvPr id="13" name="g-t-monkey"/>
          <p:cNvSpPr txBox="1"/>
          <p:nvPr/>
        </p:nvSpPr>
        <p:spPr>
          <a:xfrm>
            <a:off x="6035040" y="2286000"/>
            <a:ext cx="2651760" cy="411480"/>
          </a:xfrm>
          <a:prstGeom prst="rect">
            <a:avLst/>
          </a:prstGeom>
          <a:noFill/>
          <a:ln/>
        </p:spPr>
        <p:txBody>
          <a:bodyPr wrap="square" lIns="0" tIns="0" rIns="0" bIns="0" rtlCol="0" anchor="ctr"/>
          <a:lstStyle/>
          <a:p>
            <a:pPr algn="ctr" indent="0" marL="0">
              <a:buNone/>
            </a:pPr>
            <a:r>
              <a:rPr lang="en-US" sz="2000" b="1" dirty="0">
                <a:solidFill>
                  <a:schemeClr val="tx2"/>
                </a:solidFill>
              </a:rPr>
              <a:t>monkey</a:t>
            </a:r>
            <a:endParaRPr lang="en-US" sz="2000" dirty="0"/>
          </a:p>
        </p:txBody>
      </p:sp>
      <p:sp>
        <p:nvSpPr>
          <p:cNvPr id="14" name="g-penguin"/>
          <p:cNvSpPr/>
          <p:nvPr/>
        </p:nvSpPr>
        <p:spPr>
          <a:xfrm>
            <a:off x="457200" y="2926080"/>
            <a:ext cx="2651760" cy="1600200"/>
          </a:xfrm>
          <a:prstGeom prst="roundRect">
            <a:avLst>
              <a:gd name="adj" fmla="val 11429"/>
            </a:avLst>
          </a:prstGeom>
          <a:solidFill>
            <a:srgbClr val="E3F1F8"/>
          </a:solidFill>
          <a:ln w="12700">
            <a:solidFill>
              <a:srgbClr val="E3F1F8"/>
            </a:solidFill>
            <a:prstDash val="solid"/>
          </a:ln>
        </p:spPr>
      </p:sp>
      <p:pic>
        <p:nvPicPr>
          <p:cNvPr id="15" name="g-pic-penguin" descr="img/penguin.png">    </p:cNvPr>
          <p:cNvPicPr>
            <a:picLocks noChangeAspect="1"/>
          </p:cNvPicPr>
          <p:nvPr/>
        </p:nvPicPr>
        <p:blipFill>
          <a:blip r:embed="rId4"/>
          <a:stretch>
            <a:fillRect/>
          </a:stretch>
        </p:blipFill>
        <p:spPr>
          <a:xfrm>
            <a:off x="1280160" y="3017520"/>
            <a:ext cx="1005840" cy="1005840"/>
          </a:xfrm>
          <a:prstGeom prst="rect">
            <a:avLst/>
          </a:prstGeom>
        </p:spPr>
      </p:pic>
      <p:sp>
        <p:nvSpPr>
          <p:cNvPr id="16" name="g-t-penguin"/>
          <p:cNvSpPr txBox="1"/>
          <p:nvPr/>
        </p:nvSpPr>
        <p:spPr>
          <a:xfrm>
            <a:off x="457200" y="4023360"/>
            <a:ext cx="2651760" cy="411480"/>
          </a:xfrm>
          <a:prstGeom prst="rect">
            <a:avLst/>
          </a:prstGeom>
          <a:noFill/>
          <a:ln/>
        </p:spPr>
        <p:txBody>
          <a:bodyPr wrap="square" lIns="0" tIns="0" rIns="0" bIns="0" rtlCol="0" anchor="ctr"/>
          <a:lstStyle/>
          <a:p>
            <a:pPr algn="ctr" indent="0" marL="0">
              <a:buNone/>
            </a:pPr>
            <a:r>
              <a:rPr lang="en-US" sz="2000" b="1" dirty="0">
                <a:solidFill>
                  <a:schemeClr val="tx2"/>
                </a:solidFill>
              </a:rPr>
              <a:t>penguin</a:t>
            </a:r>
            <a:endParaRPr lang="en-US" sz="2000" dirty="0"/>
          </a:p>
        </p:txBody>
      </p:sp>
      <p:sp>
        <p:nvSpPr>
          <p:cNvPr id="17" name="g-snake"/>
          <p:cNvSpPr/>
          <p:nvPr/>
        </p:nvSpPr>
        <p:spPr>
          <a:xfrm>
            <a:off x="3246120" y="2926080"/>
            <a:ext cx="2651760" cy="1600200"/>
          </a:xfrm>
          <a:prstGeom prst="roundRect">
            <a:avLst>
              <a:gd name="adj" fmla="val 11429"/>
            </a:avLst>
          </a:prstGeom>
          <a:solidFill>
            <a:srgbClr val="F2CE3E"/>
          </a:solidFill>
          <a:ln w="12700">
            <a:solidFill>
              <a:srgbClr val="F2CE3E"/>
            </a:solidFill>
            <a:prstDash val="solid"/>
          </a:ln>
        </p:spPr>
      </p:sp>
      <p:pic>
        <p:nvPicPr>
          <p:cNvPr id="18" name="g-q-snake" descr="img/question.png">    </p:cNvPr>
          <p:cNvPicPr>
            <a:picLocks noChangeAspect="1"/>
          </p:cNvPicPr>
          <p:nvPr/>
        </p:nvPicPr>
        <p:blipFill>
          <a:blip r:embed="rId5"/>
          <a:stretch>
            <a:fillRect/>
          </a:stretch>
        </p:blipFill>
        <p:spPr>
          <a:xfrm>
            <a:off x="4114800" y="3108960"/>
            <a:ext cx="914400" cy="914400"/>
          </a:xfrm>
          <a:prstGeom prst="rect">
            <a:avLst/>
          </a:prstGeom>
        </p:spPr>
      </p:pic>
      <p:sp>
        <p:nvSpPr>
          <p:cNvPr id="19" name="g-qt-snake"/>
          <p:cNvSpPr txBox="1"/>
          <p:nvPr/>
        </p:nvSpPr>
        <p:spPr>
          <a:xfrm>
            <a:off x="3246120" y="4023360"/>
            <a:ext cx="2651760" cy="411480"/>
          </a:xfrm>
          <a:prstGeom prst="rect">
            <a:avLst/>
          </a:prstGeom>
          <a:noFill/>
          <a:ln/>
        </p:spPr>
        <p:txBody>
          <a:bodyPr wrap="square" lIns="0" tIns="0" rIns="0" bIns="0" rtlCol="0" anchor="ctr"/>
          <a:lstStyle/>
          <a:p>
            <a:pPr algn="ctr" indent="0" marL="0">
              <a:buNone/>
            </a:pPr>
            <a:r>
              <a:rPr lang="en-US" sz="2000" b="1" dirty="0">
                <a:solidFill>
                  <a:schemeClr val="tx2"/>
                </a:solidFill>
              </a:rPr>
              <a:t>?</a:t>
            </a:r>
            <a:endParaRPr lang="en-US" sz="2000" dirty="0"/>
          </a:p>
        </p:txBody>
      </p:sp>
      <p:sp>
        <p:nvSpPr>
          <p:cNvPr id="20" name="g-polarbear"/>
          <p:cNvSpPr/>
          <p:nvPr/>
        </p:nvSpPr>
        <p:spPr>
          <a:xfrm>
            <a:off x="6035040" y="2926080"/>
            <a:ext cx="2651760" cy="1600200"/>
          </a:xfrm>
          <a:prstGeom prst="roundRect">
            <a:avLst>
              <a:gd name="adj" fmla="val 11429"/>
            </a:avLst>
          </a:prstGeom>
          <a:solidFill>
            <a:srgbClr val="E3F1F8"/>
          </a:solidFill>
          <a:ln w="12700">
            <a:solidFill>
              <a:srgbClr val="E3F1F8"/>
            </a:solidFill>
            <a:prstDash val="solid"/>
          </a:ln>
        </p:spPr>
      </p:sp>
      <p:pic>
        <p:nvPicPr>
          <p:cNvPr id="21" name="g-pic-polarbear" descr="img/polarbear.png">    </p:cNvPr>
          <p:cNvPicPr>
            <a:picLocks noChangeAspect="1"/>
          </p:cNvPicPr>
          <p:nvPr/>
        </p:nvPicPr>
        <p:blipFill>
          <a:blip r:embed="rId6"/>
          <a:stretch>
            <a:fillRect/>
          </a:stretch>
        </p:blipFill>
        <p:spPr>
          <a:xfrm>
            <a:off x="6858000" y="3017520"/>
            <a:ext cx="1005840" cy="1005840"/>
          </a:xfrm>
          <a:prstGeom prst="rect">
            <a:avLst/>
          </a:prstGeom>
        </p:spPr>
      </p:pic>
      <p:sp>
        <p:nvSpPr>
          <p:cNvPr id="22" name="g-t-polarbear"/>
          <p:cNvSpPr txBox="1"/>
          <p:nvPr/>
        </p:nvSpPr>
        <p:spPr>
          <a:xfrm>
            <a:off x="6035040" y="4023360"/>
            <a:ext cx="2651760" cy="411480"/>
          </a:xfrm>
          <a:prstGeom prst="rect">
            <a:avLst/>
          </a:prstGeom>
          <a:noFill/>
          <a:ln/>
        </p:spPr>
        <p:txBody>
          <a:bodyPr wrap="square" lIns="0" tIns="0" rIns="0" bIns="0" rtlCol="0" anchor="ctr"/>
          <a:lstStyle/>
          <a:p>
            <a:pPr algn="ctr" indent="0" marL="0">
              <a:buNone/>
            </a:pPr>
            <a:r>
              <a:rPr lang="en-US" sz="2000" b="1" dirty="0">
                <a:solidFill>
                  <a:schemeClr val="tx2"/>
                </a:solidFill>
              </a:rPr>
              <a:t>polar bear</a:t>
            </a:r>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4000" b="1" dirty="0">
                <a:solidFill>
                  <a:schemeClr val="tx2"/>
                </a:solidFill>
              </a:rPr>
              <a:t>Yes! The snake!</a:t>
            </a:r>
            <a:endParaRPr lang="en-US" sz="4000" dirty="0"/>
          </a:p>
        </p:txBody>
      </p:sp>
      <p:sp>
        <p:nvSpPr>
          <p:cNvPr id="3" name="Text 0"/>
          <p:cNvSpPr/>
          <p:nvPr>
            <p:ph idx="101" type="body" hasCustomPrompt="1"/>
          </p:nvPr>
        </p:nvSpPr>
        <p:spPr>
          <a:xfrm>
            <a:off x="457200" y="4727448"/>
            <a:ext cx="8229600" cy="320040"/>
          </a:xfrm>
          <a:prstGeom prst="rect">
            <a:avLst/>
          </a:prstGeom>
          <a:noFill/>
          <a:ln/>
        </p:spPr>
        <p:txBody>
          <a:bodyPr wrap="square" lIns="0" tIns="0" rIns="0" bIns="0" rtlCol="0" anchor="ctr"/>
          <a:lstStyle/>
          <a:p>
            <a:pPr algn="l" indent="0" marL="0">
              <a:buNone/>
            </a:pPr>
            <a:r>
              <a:rPr lang="en-US" sz="1200" i="1" dirty="0">
                <a:solidFill>
                  <a:schemeClr val="accent5"/>
                </a:solidFill>
              </a:rPr>
              <a:t>Teacher: Everyone: "snake!" + action. Then "Close your eyes!" and click for the next round.</a:t>
            </a:r>
            <a:endParaRPr lang="en-US" sz="1200" dirty="0"/>
          </a:p>
        </p:txBody>
      </p:sp>
      <p:sp>
        <p:nvSpPr>
          <p:cNvPr id="5" name="g-elephant"/>
          <p:cNvSpPr/>
          <p:nvPr/>
        </p:nvSpPr>
        <p:spPr>
          <a:xfrm>
            <a:off x="457200" y="1188720"/>
            <a:ext cx="2651760" cy="1600200"/>
          </a:xfrm>
          <a:prstGeom prst="roundRect">
            <a:avLst>
              <a:gd name="adj" fmla="val 11429"/>
            </a:avLst>
          </a:prstGeom>
          <a:solidFill>
            <a:srgbClr val="E3F1F8"/>
          </a:solidFill>
          <a:ln w="12700">
            <a:solidFill>
              <a:srgbClr val="E3F1F8"/>
            </a:solidFill>
            <a:prstDash val="solid"/>
          </a:ln>
        </p:spPr>
      </p:sp>
      <p:pic>
        <p:nvPicPr>
          <p:cNvPr id="6" name="g-pic-elephant" descr="img/elephant.png">    </p:cNvPr>
          <p:cNvPicPr>
            <a:picLocks noChangeAspect="1"/>
          </p:cNvPicPr>
          <p:nvPr/>
        </p:nvPicPr>
        <p:blipFill>
          <a:blip r:embed="rId1"/>
          <a:stretch>
            <a:fillRect/>
          </a:stretch>
        </p:blipFill>
        <p:spPr>
          <a:xfrm>
            <a:off x="1280160" y="1280160"/>
            <a:ext cx="1005840" cy="1005840"/>
          </a:xfrm>
          <a:prstGeom prst="rect">
            <a:avLst/>
          </a:prstGeom>
        </p:spPr>
      </p:pic>
      <p:sp>
        <p:nvSpPr>
          <p:cNvPr id="7" name="g-t-elephant"/>
          <p:cNvSpPr txBox="1"/>
          <p:nvPr/>
        </p:nvSpPr>
        <p:spPr>
          <a:xfrm>
            <a:off x="457200" y="2286000"/>
            <a:ext cx="2651760" cy="411480"/>
          </a:xfrm>
          <a:prstGeom prst="rect">
            <a:avLst/>
          </a:prstGeom>
          <a:noFill/>
          <a:ln/>
        </p:spPr>
        <p:txBody>
          <a:bodyPr wrap="square" lIns="0" tIns="0" rIns="0" bIns="0" rtlCol="0" anchor="ctr"/>
          <a:lstStyle/>
          <a:p>
            <a:pPr algn="ctr" indent="0" marL="0">
              <a:buNone/>
            </a:pPr>
            <a:r>
              <a:rPr lang="en-US" sz="2000" b="1" dirty="0">
                <a:solidFill>
                  <a:schemeClr val="tx2"/>
                </a:solidFill>
              </a:rPr>
              <a:t>elephant</a:t>
            </a:r>
            <a:endParaRPr lang="en-US" sz="2000" dirty="0"/>
          </a:p>
        </p:txBody>
      </p:sp>
      <p:sp>
        <p:nvSpPr>
          <p:cNvPr id="8" name="g-kangaroo"/>
          <p:cNvSpPr/>
          <p:nvPr/>
        </p:nvSpPr>
        <p:spPr>
          <a:xfrm>
            <a:off x="3246120" y="1188720"/>
            <a:ext cx="2651760" cy="1600200"/>
          </a:xfrm>
          <a:prstGeom prst="roundRect">
            <a:avLst>
              <a:gd name="adj" fmla="val 11429"/>
            </a:avLst>
          </a:prstGeom>
          <a:solidFill>
            <a:srgbClr val="E3F1F8"/>
          </a:solidFill>
          <a:ln w="12700">
            <a:solidFill>
              <a:srgbClr val="E3F1F8"/>
            </a:solidFill>
            <a:prstDash val="solid"/>
          </a:ln>
        </p:spPr>
      </p:sp>
      <p:pic>
        <p:nvPicPr>
          <p:cNvPr id="9" name="g-pic-kangaroo" descr="img/kangaroo.png">    </p:cNvPr>
          <p:cNvPicPr>
            <a:picLocks noChangeAspect="1"/>
          </p:cNvPicPr>
          <p:nvPr/>
        </p:nvPicPr>
        <p:blipFill>
          <a:blip r:embed="rId2"/>
          <a:stretch>
            <a:fillRect/>
          </a:stretch>
        </p:blipFill>
        <p:spPr>
          <a:xfrm>
            <a:off x="4069080" y="1280160"/>
            <a:ext cx="1005840" cy="1005840"/>
          </a:xfrm>
          <a:prstGeom prst="rect">
            <a:avLst/>
          </a:prstGeom>
        </p:spPr>
      </p:pic>
      <p:sp>
        <p:nvSpPr>
          <p:cNvPr id="10" name="g-t-kangaroo"/>
          <p:cNvSpPr txBox="1"/>
          <p:nvPr/>
        </p:nvSpPr>
        <p:spPr>
          <a:xfrm>
            <a:off x="3246120" y="2286000"/>
            <a:ext cx="2651760" cy="411480"/>
          </a:xfrm>
          <a:prstGeom prst="rect">
            <a:avLst/>
          </a:prstGeom>
          <a:noFill/>
          <a:ln/>
        </p:spPr>
        <p:txBody>
          <a:bodyPr wrap="square" lIns="0" tIns="0" rIns="0" bIns="0" rtlCol="0" anchor="ctr"/>
          <a:lstStyle/>
          <a:p>
            <a:pPr algn="ctr" indent="0" marL="0">
              <a:buNone/>
            </a:pPr>
            <a:r>
              <a:rPr lang="en-US" sz="2000" b="1" dirty="0">
                <a:solidFill>
                  <a:schemeClr val="tx2"/>
                </a:solidFill>
              </a:rPr>
              <a:t>kangaroo</a:t>
            </a:r>
            <a:endParaRPr lang="en-US" sz="2000" dirty="0"/>
          </a:p>
        </p:txBody>
      </p:sp>
      <p:sp>
        <p:nvSpPr>
          <p:cNvPr id="11" name="g-monkey"/>
          <p:cNvSpPr/>
          <p:nvPr/>
        </p:nvSpPr>
        <p:spPr>
          <a:xfrm>
            <a:off x="6035040" y="1188720"/>
            <a:ext cx="2651760" cy="1600200"/>
          </a:xfrm>
          <a:prstGeom prst="roundRect">
            <a:avLst>
              <a:gd name="adj" fmla="val 11429"/>
            </a:avLst>
          </a:prstGeom>
          <a:solidFill>
            <a:srgbClr val="E3F1F8"/>
          </a:solidFill>
          <a:ln w="12700">
            <a:solidFill>
              <a:srgbClr val="E3F1F8"/>
            </a:solidFill>
            <a:prstDash val="solid"/>
          </a:ln>
        </p:spPr>
      </p:sp>
      <p:pic>
        <p:nvPicPr>
          <p:cNvPr id="12" name="g-pic-monkey" descr="img/monkey.png">    </p:cNvPr>
          <p:cNvPicPr>
            <a:picLocks noChangeAspect="1"/>
          </p:cNvPicPr>
          <p:nvPr/>
        </p:nvPicPr>
        <p:blipFill>
          <a:blip r:embed="rId3"/>
          <a:stretch>
            <a:fillRect/>
          </a:stretch>
        </p:blipFill>
        <p:spPr>
          <a:xfrm>
            <a:off x="6858000" y="1280160"/>
            <a:ext cx="1005840" cy="1005840"/>
          </a:xfrm>
          <a:prstGeom prst="rect">
            <a:avLst/>
          </a:prstGeom>
        </p:spPr>
      </p:pic>
      <p:sp>
        <p:nvSpPr>
          <p:cNvPr id="13" name="g-t-monkey"/>
          <p:cNvSpPr txBox="1"/>
          <p:nvPr/>
        </p:nvSpPr>
        <p:spPr>
          <a:xfrm>
            <a:off x="6035040" y="2286000"/>
            <a:ext cx="2651760" cy="411480"/>
          </a:xfrm>
          <a:prstGeom prst="rect">
            <a:avLst/>
          </a:prstGeom>
          <a:noFill/>
          <a:ln/>
        </p:spPr>
        <p:txBody>
          <a:bodyPr wrap="square" lIns="0" tIns="0" rIns="0" bIns="0" rtlCol="0" anchor="ctr"/>
          <a:lstStyle/>
          <a:p>
            <a:pPr algn="ctr" indent="0" marL="0">
              <a:buNone/>
            </a:pPr>
            <a:r>
              <a:rPr lang="en-US" sz="2000" b="1" dirty="0">
                <a:solidFill>
                  <a:schemeClr val="tx2"/>
                </a:solidFill>
              </a:rPr>
              <a:t>monkey</a:t>
            </a:r>
            <a:endParaRPr lang="en-US" sz="2000" dirty="0"/>
          </a:p>
        </p:txBody>
      </p:sp>
      <p:sp>
        <p:nvSpPr>
          <p:cNvPr id="14" name="g-penguin"/>
          <p:cNvSpPr/>
          <p:nvPr/>
        </p:nvSpPr>
        <p:spPr>
          <a:xfrm>
            <a:off x="457200" y="2926080"/>
            <a:ext cx="2651760" cy="1600200"/>
          </a:xfrm>
          <a:prstGeom prst="roundRect">
            <a:avLst>
              <a:gd name="adj" fmla="val 11429"/>
            </a:avLst>
          </a:prstGeom>
          <a:solidFill>
            <a:srgbClr val="E3F1F8"/>
          </a:solidFill>
          <a:ln w="12700">
            <a:solidFill>
              <a:srgbClr val="E3F1F8"/>
            </a:solidFill>
            <a:prstDash val="solid"/>
          </a:ln>
        </p:spPr>
      </p:sp>
      <p:pic>
        <p:nvPicPr>
          <p:cNvPr id="15" name="g-pic-penguin" descr="img/penguin.png">    </p:cNvPr>
          <p:cNvPicPr>
            <a:picLocks noChangeAspect="1"/>
          </p:cNvPicPr>
          <p:nvPr/>
        </p:nvPicPr>
        <p:blipFill>
          <a:blip r:embed="rId4"/>
          <a:stretch>
            <a:fillRect/>
          </a:stretch>
        </p:blipFill>
        <p:spPr>
          <a:xfrm>
            <a:off x="1280160" y="3017520"/>
            <a:ext cx="1005840" cy="1005840"/>
          </a:xfrm>
          <a:prstGeom prst="rect">
            <a:avLst/>
          </a:prstGeom>
        </p:spPr>
      </p:pic>
      <p:sp>
        <p:nvSpPr>
          <p:cNvPr id="16" name="g-t-penguin"/>
          <p:cNvSpPr txBox="1"/>
          <p:nvPr/>
        </p:nvSpPr>
        <p:spPr>
          <a:xfrm>
            <a:off x="457200" y="4023360"/>
            <a:ext cx="2651760" cy="411480"/>
          </a:xfrm>
          <a:prstGeom prst="rect">
            <a:avLst/>
          </a:prstGeom>
          <a:noFill/>
          <a:ln/>
        </p:spPr>
        <p:txBody>
          <a:bodyPr wrap="square" lIns="0" tIns="0" rIns="0" bIns="0" rtlCol="0" anchor="ctr"/>
          <a:lstStyle/>
          <a:p>
            <a:pPr algn="ctr" indent="0" marL="0">
              <a:buNone/>
            </a:pPr>
            <a:r>
              <a:rPr lang="en-US" sz="2000" b="1" dirty="0">
                <a:solidFill>
                  <a:schemeClr val="tx2"/>
                </a:solidFill>
              </a:rPr>
              <a:t>penguin</a:t>
            </a:r>
            <a:endParaRPr lang="en-US" sz="2000" dirty="0"/>
          </a:p>
        </p:txBody>
      </p:sp>
      <p:sp>
        <p:nvSpPr>
          <p:cNvPr id="17" name="g-snake"/>
          <p:cNvSpPr/>
          <p:nvPr/>
        </p:nvSpPr>
        <p:spPr>
          <a:xfrm>
            <a:off x="3246120" y="2926080"/>
            <a:ext cx="2651760" cy="1600200"/>
          </a:xfrm>
          <a:prstGeom prst="roundRect">
            <a:avLst>
              <a:gd name="adj" fmla="val 11429"/>
            </a:avLst>
          </a:prstGeom>
          <a:solidFill>
            <a:srgbClr val="E8F5EC"/>
          </a:solidFill>
          <a:ln w="12700">
            <a:solidFill>
              <a:srgbClr val="E8F5EC"/>
            </a:solidFill>
            <a:prstDash val="solid"/>
          </a:ln>
        </p:spPr>
      </p:sp>
      <p:pic>
        <p:nvPicPr>
          <p:cNvPr id="18" name="g-pic-snake" descr="img/snake.png">    </p:cNvPr>
          <p:cNvPicPr>
            <a:picLocks noChangeAspect="1"/>
          </p:cNvPicPr>
          <p:nvPr/>
        </p:nvPicPr>
        <p:blipFill>
          <a:blip r:embed="rId5"/>
          <a:stretch>
            <a:fillRect/>
          </a:stretch>
        </p:blipFill>
        <p:spPr>
          <a:xfrm>
            <a:off x="4069080" y="3017520"/>
            <a:ext cx="1005840" cy="1005840"/>
          </a:xfrm>
          <a:prstGeom prst="rect">
            <a:avLst/>
          </a:prstGeom>
        </p:spPr>
      </p:pic>
      <p:sp>
        <p:nvSpPr>
          <p:cNvPr id="19" name="g-t-snake"/>
          <p:cNvSpPr txBox="1"/>
          <p:nvPr/>
        </p:nvSpPr>
        <p:spPr>
          <a:xfrm>
            <a:off x="3246120" y="4023360"/>
            <a:ext cx="2651760" cy="411480"/>
          </a:xfrm>
          <a:prstGeom prst="rect">
            <a:avLst/>
          </a:prstGeom>
          <a:noFill/>
          <a:ln/>
        </p:spPr>
        <p:txBody>
          <a:bodyPr wrap="square" lIns="0" tIns="0" rIns="0" bIns="0" rtlCol="0" anchor="ctr"/>
          <a:lstStyle/>
          <a:p>
            <a:pPr algn="ctr" indent="0" marL="0">
              <a:buNone/>
            </a:pPr>
            <a:r>
              <a:rPr lang="en-US" sz="2000" b="1" dirty="0">
                <a:solidFill>
                  <a:schemeClr val="tx2"/>
                </a:solidFill>
              </a:rPr>
              <a:t>snake</a:t>
            </a:r>
            <a:endParaRPr lang="en-US" sz="2000" dirty="0"/>
          </a:p>
        </p:txBody>
      </p:sp>
      <p:pic>
        <p:nvPicPr>
          <p:cNvPr id="20" name="g-star-snake" descr="img/star.png">    </p:cNvPr>
          <p:cNvPicPr>
            <a:picLocks noChangeAspect="1"/>
          </p:cNvPicPr>
          <p:nvPr/>
        </p:nvPicPr>
        <p:blipFill>
          <a:blip r:embed="rId6"/>
          <a:stretch>
            <a:fillRect/>
          </a:stretch>
        </p:blipFill>
        <p:spPr>
          <a:xfrm>
            <a:off x="5303520" y="3017520"/>
            <a:ext cx="502920" cy="502920"/>
          </a:xfrm>
          <a:prstGeom prst="rect">
            <a:avLst/>
          </a:prstGeom>
        </p:spPr>
      </p:pic>
      <p:sp>
        <p:nvSpPr>
          <p:cNvPr id="21" name="g-polarbear"/>
          <p:cNvSpPr/>
          <p:nvPr/>
        </p:nvSpPr>
        <p:spPr>
          <a:xfrm>
            <a:off x="6035040" y="2926080"/>
            <a:ext cx="2651760" cy="1600200"/>
          </a:xfrm>
          <a:prstGeom prst="roundRect">
            <a:avLst>
              <a:gd name="adj" fmla="val 11429"/>
            </a:avLst>
          </a:prstGeom>
          <a:solidFill>
            <a:srgbClr val="E3F1F8"/>
          </a:solidFill>
          <a:ln w="12700">
            <a:solidFill>
              <a:srgbClr val="E3F1F8"/>
            </a:solidFill>
            <a:prstDash val="solid"/>
          </a:ln>
        </p:spPr>
      </p:sp>
      <p:pic>
        <p:nvPicPr>
          <p:cNvPr id="22" name="g-pic-polarbear" descr="img/polarbear.png">    </p:cNvPr>
          <p:cNvPicPr>
            <a:picLocks noChangeAspect="1"/>
          </p:cNvPicPr>
          <p:nvPr/>
        </p:nvPicPr>
        <p:blipFill>
          <a:blip r:embed="rId7"/>
          <a:stretch>
            <a:fillRect/>
          </a:stretch>
        </p:blipFill>
        <p:spPr>
          <a:xfrm>
            <a:off x="6858000" y="3017520"/>
            <a:ext cx="1005840" cy="1005840"/>
          </a:xfrm>
          <a:prstGeom prst="rect">
            <a:avLst/>
          </a:prstGeom>
        </p:spPr>
      </p:pic>
      <p:sp>
        <p:nvSpPr>
          <p:cNvPr id="23" name="g-t-polarbear"/>
          <p:cNvSpPr txBox="1"/>
          <p:nvPr/>
        </p:nvSpPr>
        <p:spPr>
          <a:xfrm>
            <a:off x="6035040" y="4023360"/>
            <a:ext cx="2651760" cy="411480"/>
          </a:xfrm>
          <a:prstGeom prst="rect">
            <a:avLst/>
          </a:prstGeom>
          <a:noFill/>
          <a:ln/>
        </p:spPr>
        <p:txBody>
          <a:bodyPr wrap="square" lIns="0" tIns="0" rIns="0" bIns="0" rtlCol="0" anchor="ctr"/>
          <a:lstStyle/>
          <a:p>
            <a:pPr algn="ctr" indent="0" marL="0">
              <a:buNone/>
            </a:pPr>
            <a:r>
              <a:rPr lang="en-US" sz="2000" b="1" dirty="0">
                <a:solidFill>
                  <a:schemeClr val="tx2"/>
                </a:solidFill>
              </a:rPr>
              <a:t>polar bear</a:t>
            </a:r>
            <a:endParaRPr 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4000" b="1" dirty="0">
                <a:solidFill>
                  <a:schemeClr val="tx2"/>
                </a:solidFill>
              </a:rPr>
              <a:t>What's missing?</a:t>
            </a:r>
            <a:endParaRPr lang="en-US" sz="4000" dirty="0"/>
          </a:p>
        </p:txBody>
      </p:sp>
      <p:sp>
        <p:nvSpPr>
          <p:cNvPr id="3" name="Text 0"/>
          <p:cNvSpPr/>
          <p:nvPr>
            <p:ph idx="101" type="body" hasCustomPrompt="1"/>
          </p:nvPr>
        </p:nvSpPr>
        <p:spPr>
          <a:xfrm>
            <a:off x="457200" y="4727448"/>
            <a:ext cx="8229600" cy="320040"/>
          </a:xfrm>
          <a:prstGeom prst="rect">
            <a:avLst/>
          </a:prstGeom>
          <a:noFill/>
          <a:ln/>
        </p:spPr>
        <p:txBody>
          <a:bodyPr wrap="square" lIns="0" tIns="0" rIns="0" bIns="0" rtlCol="0" anchor="ctr"/>
          <a:lstStyle/>
          <a:p>
            <a:pPr algn="l" indent="0" marL="0">
              <a:buNone/>
            </a:pPr>
            <a:r>
              <a:rPr lang="en-US" sz="1200" i="1" dirty="0">
                <a:solidFill>
                  <a:schemeClr val="accent5"/>
                </a:solidFill>
              </a:rPr>
              <a:t>Teacher: Round 3 of 3. "Open your eyes! What's missing?" Upper KG say the word, Lower KG do the action. Click to reveal.</a:t>
            </a:r>
            <a:endParaRPr lang="en-US" sz="1200" dirty="0"/>
          </a:p>
        </p:txBody>
      </p:sp>
      <p:sp>
        <p:nvSpPr>
          <p:cNvPr id="5" name="g-elephant"/>
          <p:cNvSpPr/>
          <p:nvPr/>
        </p:nvSpPr>
        <p:spPr>
          <a:xfrm>
            <a:off x="457200" y="1188720"/>
            <a:ext cx="2651760" cy="1600200"/>
          </a:xfrm>
          <a:prstGeom prst="roundRect">
            <a:avLst>
              <a:gd name="adj" fmla="val 11429"/>
            </a:avLst>
          </a:prstGeom>
          <a:solidFill>
            <a:srgbClr val="E3F1F8"/>
          </a:solidFill>
          <a:ln w="12700">
            <a:solidFill>
              <a:srgbClr val="E3F1F8"/>
            </a:solidFill>
            <a:prstDash val="solid"/>
          </a:ln>
        </p:spPr>
      </p:sp>
      <p:pic>
        <p:nvPicPr>
          <p:cNvPr id="6" name="g-pic-elephant" descr="img/elephant.png">    </p:cNvPr>
          <p:cNvPicPr>
            <a:picLocks noChangeAspect="1"/>
          </p:cNvPicPr>
          <p:nvPr/>
        </p:nvPicPr>
        <p:blipFill>
          <a:blip r:embed="rId1"/>
          <a:stretch>
            <a:fillRect/>
          </a:stretch>
        </p:blipFill>
        <p:spPr>
          <a:xfrm>
            <a:off x="1280160" y="1280160"/>
            <a:ext cx="1005840" cy="1005840"/>
          </a:xfrm>
          <a:prstGeom prst="rect">
            <a:avLst/>
          </a:prstGeom>
        </p:spPr>
      </p:pic>
      <p:sp>
        <p:nvSpPr>
          <p:cNvPr id="7" name="g-t-elephant"/>
          <p:cNvSpPr txBox="1"/>
          <p:nvPr/>
        </p:nvSpPr>
        <p:spPr>
          <a:xfrm>
            <a:off x="457200" y="2286000"/>
            <a:ext cx="2651760" cy="411480"/>
          </a:xfrm>
          <a:prstGeom prst="rect">
            <a:avLst/>
          </a:prstGeom>
          <a:noFill/>
          <a:ln/>
        </p:spPr>
        <p:txBody>
          <a:bodyPr wrap="square" lIns="0" tIns="0" rIns="0" bIns="0" rtlCol="0" anchor="ctr"/>
          <a:lstStyle/>
          <a:p>
            <a:pPr algn="ctr" indent="0" marL="0">
              <a:buNone/>
            </a:pPr>
            <a:r>
              <a:rPr lang="en-US" sz="2000" b="1" dirty="0">
                <a:solidFill>
                  <a:schemeClr val="tx2"/>
                </a:solidFill>
              </a:rPr>
              <a:t>elephant</a:t>
            </a:r>
            <a:endParaRPr lang="en-US" sz="2000" dirty="0"/>
          </a:p>
        </p:txBody>
      </p:sp>
      <p:sp>
        <p:nvSpPr>
          <p:cNvPr id="8" name="g-kangaroo"/>
          <p:cNvSpPr/>
          <p:nvPr/>
        </p:nvSpPr>
        <p:spPr>
          <a:xfrm>
            <a:off x="3246120" y="1188720"/>
            <a:ext cx="2651760" cy="1600200"/>
          </a:xfrm>
          <a:prstGeom prst="roundRect">
            <a:avLst>
              <a:gd name="adj" fmla="val 11429"/>
            </a:avLst>
          </a:prstGeom>
          <a:solidFill>
            <a:srgbClr val="E3F1F8"/>
          </a:solidFill>
          <a:ln w="12700">
            <a:solidFill>
              <a:srgbClr val="E3F1F8"/>
            </a:solidFill>
            <a:prstDash val="solid"/>
          </a:ln>
        </p:spPr>
      </p:sp>
      <p:pic>
        <p:nvPicPr>
          <p:cNvPr id="9" name="g-pic-kangaroo" descr="img/kangaroo.png">    </p:cNvPr>
          <p:cNvPicPr>
            <a:picLocks noChangeAspect="1"/>
          </p:cNvPicPr>
          <p:nvPr/>
        </p:nvPicPr>
        <p:blipFill>
          <a:blip r:embed="rId2"/>
          <a:stretch>
            <a:fillRect/>
          </a:stretch>
        </p:blipFill>
        <p:spPr>
          <a:xfrm>
            <a:off x="4069080" y="1280160"/>
            <a:ext cx="1005840" cy="1005840"/>
          </a:xfrm>
          <a:prstGeom prst="rect">
            <a:avLst/>
          </a:prstGeom>
        </p:spPr>
      </p:pic>
      <p:sp>
        <p:nvSpPr>
          <p:cNvPr id="10" name="g-t-kangaroo"/>
          <p:cNvSpPr txBox="1"/>
          <p:nvPr/>
        </p:nvSpPr>
        <p:spPr>
          <a:xfrm>
            <a:off x="3246120" y="2286000"/>
            <a:ext cx="2651760" cy="411480"/>
          </a:xfrm>
          <a:prstGeom prst="rect">
            <a:avLst/>
          </a:prstGeom>
          <a:noFill/>
          <a:ln/>
        </p:spPr>
        <p:txBody>
          <a:bodyPr wrap="square" lIns="0" tIns="0" rIns="0" bIns="0" rtlCol="0" anchor="ctr"/>
          <a:lstStyle/>
          <a:p>
            <a:pPr algn="ctr" indent="0" marL="0">
              <a:buNone/>
            </a:pPr>
            <a:r>
              <a:rPr lang="en-US" sz="2000" b="1" dirty="0">
                <a:solidFill>
                  <a:schemeClr val="tx2"/>
                </a:solidFill>
              </a:rPr>
              <a:t>kangaroo</a:t>
            </a:r>
            <a:endParaRPr lang="en-US" sz="2000" dirty="0"/>
          </a:p>
        </p:txBody>
      </p:sp>
      <p:sp>
        <p:nvSpPr>
          <p:cNvPr id="11" name="g-monkey"/>
          <p:cNvSpPr/>
          <p:nvPr/>
        </p:nvSpPr>
        <p:spPr>
          <a:xfrm>
            <a:off x="6035040" y="1188720"/>
            <a:ext cx="2651760" cy="1600200"/>
          </a:xfrm>
          <a:prstGeom prst="roundRect">
            <a:avLst>
              <a:gd name="adj" fmla="val 11429"/>
            </a:avLst>
          </a:prstGeom>
          <a:solidFill>
            <a:srgbClr val="F2CE3E"/>
          </a:solidFill>
          <a:ln w="12700">
            <a:solidFill>
              <a:srgbClr val="F2CE3E"/>
            </a:solidFill>
            <a:prstDash val="solid"/>
          </a:ln>
        </p:spPr>
      </p:sp>
      <p:pic>
        <p:nvPicPr>
          <p:cNvPr id="12" name="g-q-monkey" descr="img/question.png">    </p:cNvPr>
          <p:cNvPicPr>
            <a:picLocks noChangeAspect="1"/>
          </p:cNvPicPr>
          <p:nvPr/>
        </p:nvPicPr>
        <p:blipFill>
          <a:blip r:embed="rId3"/>
          <a:stretch>
            <a:fillRect/>
          </a:stretch>
        </p:blipFill>
        <p:spPr>
          <a:xfrm>
            <a:off x="6903720" y="1371600"/>
            <a:ext cx="914400" cy="914400"/>
          </a:xfrm>
          <a:prstGeom prst="rect">
            <a:avLst/>
          </a:prstGeom>
        </p:spPr>
      </p:pic>
      <p:sp>
        <p:nvSpPr>
          <p:cNvPr id="13" name="g-qt-monkey"/>
          <p:cNvSpPr txBox="1"/>
          <p:nvPr/>
        </p:nvSpPr>
        <p:spPr>
          <a:xfrm>
            <a:off x="6035040" y="2286000"/>
            <a:ext cx="2651760" cy="411480"/>
          </a:xfrm>
          <a:prstGeom prst="rect">
            <a:avLst/>
          </a:prstGeom>
          <a:noFill/>
          <a:ln/>
        </p:spPr>
        <p:txBody>
          <a:bodyPr wrap="square" lIns="0" tIns="0" rIns="0" bIns="0" rtlCol="0" anchor="ctr"/>
          <a:lstStyle/>
          <a:p>
            <a:pPr algn="ctr" indent="0" marL="0">
              <a:buNone/>
            </a:pPr>
            <a:r>
              <a:rPr lang="en-US" sz="2000" b="1" dirty="0">
                <a:solidFill>
                  <a:schemeClr val="tx2"/>
                </a:solidFill>
              </a:rPr>
              <a:t>?</a:t>
            </a:r>
            <a:endParaRPr lang="en-US" sz="2000" dirty="0"/>
          </a:p>
        </p:txBody>
      </p:sp>
      <p:sp>
        <p:nvSpPr>
          <p:cNvPr id="14" name="g-penguin"/>
          <p:cNvSpPr/>
          <p:nvPr/>
        </p:nvSpPr>
        <p:spPr>
          <a:xfrm>
            <a:off x="457200" y="2926080"/>
            <a:ext cx="2651760" cy="1600200"/>
          </a:xfrm>
          <a:prstGeom prst="roundRect">
            <a:avLst>
              <a:gd name="adj" fmla="val 11429"/>
            </a:avLst>
          </a:prstGeom>
          <a:solidFill>
            <a:srgbClr val="E3F1F8"/>
          </a:solidFill>
          <a:ln w="12700">
            <a:solidFill>
              <a:srgbClr val="E3F1F8"/>
            </a:solidFill>
            <a:prstDash val="solid"/>
          </a:ln>
        </p:spPr>
      </p:sp>
      <p:pic>
        <p:nvPicPr>
          <p:cNvPr id="15" name="g-pic-penguin" descr="img/penguin.png">    </p:cNvPr>
          <p:cNvPicPr>
            <a:picLocks noChangeAspect="1"/>
          </p:cNvPicPr>
          <p:nvPr/>
        </p:nvPicPr>
        <p:blipFill>
          <a:blip r:embed="rId4"/>
          <a:stretch>
            <a:fillRect/>
          </a:stretch>
        </p:blipFill>
        <p:spPr>
          <a:xfrm>
            <a:off x="1280160" y="3017520"/>
            <a:ext cx="1005840" cy="1005840"/>
          </a:xfrm>
          <a:prstGeom prst="rect">
            <a:avLst/>
          </a:prstGeom>
        </p:spPr>
      </p:pic>
      <p:sp>
        <p:nvSpPr>
          <p:cNvPr id="16" name="g-t-penguin"/>
          <p:cNvSpPr txBox="1"/>
          <p:nvPr/>
        </p:nvSpPr>
        <p:spPr>
          <a:xfrm>
            <a:off x="457200" y="4023360"/>
            <a:ext cx="2651760" cy="411480"/>
          </a:xfrm>
          <a:prstGeom prst="rect">
            <a:avLst/>
          </a:prstGeom>
          <a:noFill/>
          <a:ln/>
        </p:spPr>
        <p:txBody>
          <a:bodyPr wrap="square" lIns="0" tIns="0" rIns="0" bIns="0" rtlCol="0" anchor="ctr"/>
          <a:lstStyle/>
          <a:p>
            <a:pPr algn="ctr" indent="0" marL="0">
              <a:buNone/>
            </a:pPr>
            <a:r>
              <a:rPr lang="en-US" sz="2000" b="1" dirty="0">
                <a:solidFill>
                  <a:schemeClr val="tx2"/>
                </a:solidFill>
              </a:rPr>
              <a:t>penguin</a:t>
            </a:r>
            <a:endParaRPr lang="en-US" sz="2000" dirty="0"/>
          </a:p>
        </p:txBody>
      </p:sp>
      <p:sp>
        <p:nvSpPr>
          <p:cNvPr id="17" name="g-snake"/>
          <p:cNvSpPr/>
          <p:nvPr/>
        </p:nvSpPr>
        <p:spPr>
          <a:xfrm>
            <a:off x="3246120" y="2926080"/>
            <a:ext cx="2651760" cy="1600200"/>
          </a:xfrm>
          <a:prstGeom prst="roundRect">
            <a:avLst>
              <a:gd name="adj" fmla="val 11429"/>
            </a:avLst>
          </a:prstGeom>
          <a:solidFill>
            <a:srgbClr val="E3F1F8"/>
          </a:solidFill>
          <a:ln w="12700">
            <a:solidFill>
              <a:srgbClr val="E3F1F8"/>
            </a:solidFill>
            <a:prstDash val="solid"/>
          </a:ln>
        </p:spPr>
      </p:sp>
      <p:pic>
        <p:nvPicPr>
          <p:cNvPr id="18" name="g-pic-snake" descr="img/snake.png">    </p:cNvPr>
          <p:cNvPicPr>
            <a:picLocks noChangeAspect="1"/>
          </p:cNvPicPr>
          <p:nvPr/>
        </p:nvPicPr>
        <p:blipFill>
          <a:blip r:embed="rId5"/>
          <a:stretch>
            <a:fillRect/>
          </a:stretch>
        </p:blipFill>
        <p:spPr>
          <a:xfrm>
            <a:off x="4069080" y="3017520"/>
            <a:ext cx="1005840" cy="1005840"/>
          </a:xfrm>
          <a:prstGeom prst="rect">
            <a:avLst/>
          </a:prstGeom>
        </p:spPr>
      </p:pic>
      <p:sp>
        <p:nvSpPr>
          <p:cNvPr id="19" name="g-t-snake"/>
          <p:cNvSpPr txBox="1"/>
          <p:nvPr/>
        </p:nvSpPr>
        <p:spPr>
          <a:xfrm>
            <a:off x="3246120" y="4023360"/>
            <a:ext cx="2651760" cy="411480"/>
          </a:xfrm>
          <a:prstGeom prst="rect">
            <a:avLst/>
          </a:prstGeom>
          <a:noFill/>
          <a:ln/>
        </p:spPr>
        <p:txBody>
          <a:bodyPr wrap="square" lIns="0" tIns="0" rIns="0" bIns="0" rtlCol="0" anchor="ctr"/>
          <a:lstStyle/>
          <a:p>
            <a:pPr algn="ctr" indent="0" marL="0">
              <a:buNone/>
            </a:pPr>
            <a:r>
              <a:rPr lang="en-US" sz="2000" b="1" dirty="0">
                <a:solidFill>
                  <a:schemeClr val="tx2"/>
                </a:solidFill>
              </a:rPr>
              <a:t>snake</a:t>
            </a:r>
            <a:endParaRPr lang="en-US" sz="2000" dirty="0"/>
          </a:p>
        </p:txBody>
      </p:sp>
      <p:sp>
        <p:nvSpPr>
          <p:cNvPr id="20" name="g-polarbear"/>
          <p:cNvSpPr/>
          <p:nvPr/>
        </p:nvSpPr>
        <p:spPr>
          <a:xfrm>
            <a:off x="6035040" y="2926080"/>
            <a:ext cx="2651760" cy="1600200"/>
          </a:xfrm>
          <a:prstGeom prst="roundRect">
            <a:avLst>
              <a:gd name="adj" fmla="val 11429"/>
            </a:avLst>
          </a:prstGeom>
          <a:solidFill>
            <a:srgbClr val="E3F1F8"/>
          </a:solidFill>
          <a:ln w="12700">
            <a:solidFill>
              <a:srgbClr val="E3F1F8"/>
            </a:solidFill>
            <a:prstDash val="solid"/>
          </a:ln>
        </p:spPr>
      </p:sp>
      <p:pic>
        <p:nvPicPr>
          <p:cNvPr id="21" name="g-pic-polarbear" descr="img/polarbear.png">    </p:cNvPr>
          <p:cNvPicPr>
            <a:picLocks noChangeAspect="1"/>
          </p:cNvPicPr>
          <p:nvPr/>
        </p:nvPicPr>
        <p:blipFill>
          <a:blip r:embed="rId6"/>
          <a:stretch>
            <a:fillRect/>
          </a:stretch>
        </p:blipFill>
        <p:spPr>
          <a:xfrm>
            <a:off x="6858000" y="3017520"/>
            <a:ext cx="1005840" cy="1005840"/>
          </a:xfrm>
          <a:prstGeom prst="rect">
            <a:avLst/>
          </a:prstGeom>
        </p:spPr>
      </p:pic>
      <p:sp>
        <p:nvSpPr>
          <p:cNvPr id="22" name="g-t-polarbear"/>
          <p:cNvSpPr txBox="1"/>
          <p:nvPr/>
        </p:nvSpPr>
        <p:spPr>
          <a:xfrm>
            <a:off x="6035040" y="4023360"/>
            <a:ext cx="2651760" cy="411480"/>
          </a:xfrm>
          <a:prstGeom prst="rect">
            <a:avLst/>
          </a:prstGeom>
          <a:noFill/>
          <a:ln/>
        </p:spPr>
        <p:txBody>
          <a:bodyPr wrap="square" lIns="0" tIns="0" rIns="0" bIns="0" rtlCol="0" anchor="ctr"/>
          <a:lstStyle/>
          <a:p>
            <a:pPr algn="ctr" indent="0" marL="0">
              <a:buNone/>
            </a:pPr>
            <a:r>
              <a:rPr lang="en-US" sz="2000" b="1" dirty="0">
                <a:solidFill>
                  <a:schemeClr val="tx2"/>
                </a:solidFill>
              </a:rPr>
              <a:t>polar bear</a:t>
            </a:r>
            <a:endParaRPr lang="en-US"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4000" b="1" dirty="0">
                <a:solidFill>
                  <a:schemeClr val="tx2"/>
                </a:solidFill>
              </a:rPr>
              <a:t>Yes! The monkey!</a:t>
            </a:r>
            <a:endParaRPr lang="en-US" sz="4000" dirty="0"/>
          </a:p>
        </p:txBody>
      </p:sp>
      <p:sp>
        <p:nvSpPr>
          <p:cNvPr id="3" name="Text 0"/>
          <p:cNvSpPr/>
          <p:nvPr>
            <p:ph idx="101" type="body" hasCustomPrompt="1"/>
          </p:nvPr>
        </p:nvSpPr>
        <p:spPr>
          <a:xfrm>
            <a:off x="457200" y="4727448"/>
            <a:ext cx="8229600" cy="320040"/>
          </a:xfrm>
          <a:prstGeom prst="rect">
            <a:avLst/>
          </a:prstGeom>
          <a:noFill/>
          <a:ln/>
        </p:spPr>
        <p:txBody>
          <a:bodyPr wrap="square" lIns="0" tIns="0" rIns="0" bIns="0" rtlCol="0" anchor="ctr"/>
          <a:lstStyle/>
          <a:p>
            <a:pPr algn="l" indent="0" marL="0">
              <a:buNone/>
            </a:pPr>
            <a:r>
              <a:rPr lang="en-US" sz="1200" i="1" dirty="0">
                <a:solidFill>
                  <a:schemeClr val="accent5"/>
                </a:solidFill>
              </a:rPr>
              <a:t>Teacher: Everyone: "monkey!" + action. Then "Close your eyes!" and click for the next round.</a:t>
            </a:r>
            <a:endParaRPr lang="en-US" sz="1200" dirty="0"/>
          </a:p>
        </p:txBody>
      </p:sp>
      <p:sp>
        <p:nvSpPr>
          <p:cNvPr id="5" name="g-elephant"/>
          <p:cNvSpPr/>
          <p:nvPr/>
        </p:nvSpPr>
        <p:spPr>
          <a:xfrm>
            <a:off x="457200" y="1188720"/>
            <a:ext cx="2651760" cy="1600200"/>
          </a:xfrm>
          <a:prstGeom prst="roundRect">
            <a:avLst>
              <a:gd name="adj" fmla="val 11429"/>
            </a:avLst>
          </a:prstGeom>
          <a:solidFill>
            <a:srgbClr val="E3F1F8"/>
          </a:solidFill>
          <a:ln w="12700">
            <a:solidFill>
              <a:srgbClr val="E3F1F8"/>
            </a:solidFill>
            <a:prstDash val="solid"/>
          </a:ln>
        </p:spPr>
      </p:sp>
      <p:pic>
        <p:nvPicPr>
          <p:cNvPr id="6" name="g-pic-elephant" descr="img/elephant.png">    </p:cNvPr>
          <p:cNvPicPr>
            <a:picLocks noChangeAspect="1"/>
          </p:cNvPicPr>
          <p:nvPr/>
        </p:nvPicPr>
        <p:blipFill>
          <a:blip r:embed="rId1"/>
          <a:stretch>
            <a:fillRect/>
          </a:stretch>
        </p:blipFill>
        <p:spPr>
          <a:xfrm>
            <a:off x="1280160" y="1280160"/>
            <a:ext cx="1005840" cy="1005840"/>
          </a:xfrm>
          <a:prstGeom prst="rect">
            <a:avLst/>
          </a:prstGeom>
        </p:spPr>
      </p:pic>
      <p:sp>
        <p:nvSpPr>
          <p:cNvPr id="7" name="g-t-elephant"/>
          <p:cNvSpPr txBox="1"/>
          <p:nvPr/>
        </p:nvSpPr>
        <p:spPr>
          <a:xfrm>
            <a:off x="457200" y="2286000"/>
            <a:ext cx="2651760" cy="411480"/>
          </a:xfrm>
          <a:prstGeom prst="rect">
            <a:avLst/>
          </a:prstGeom>
          <a:noFill/>
          <a:ln/>
        </p:spPr>
        <p:txBody>
          <a:bodyPr wrap="square" lIns="0" tIns="0" rIns="0" bIns="0" rtlCol="0" anchor="ctr"/>
          <a:lstStyle/>
          <a:p>
            <a:pPr algn="ctr" indent="0" marL="0">
              <a:buNone/>
            </a:pPr>
            <a:r>
              <a:rPr lang="en-US" sz="2000" b="1" dirty="0">
                <a:solidFill>
                  <a:schemeClr val="tx2"/>
                </a:solidFill>
              </a:rPr>
              <a:t>elephant</a:t>
            </a:r>
            <a:endParaRPr lang="en-US" sz="2000" dirty="0"/>
          </a:p>
        </p:txBody>
      </p:sp>
      <p:sp>
        <p:nvSpPr>
          <p:cNvPr id="8" name="g-kangaroo"/>
          <p:cNvSpPr/>
          <p:nvPr/>
        </p:nvSpPr>
        <p:spPr>
          <a:xfrm>
            <a:off x="3246120" y="1188720"/>
            <a:ext cx="2651760" cy="1600200"/>
          </a:xfrm>
          <a:prstGeom prst="roundRect">
            <a:avLst>
              <a:gd name="adj" fmla="val 11429"/>
            </a:avLst>
          </a:prstGeom>
          <a:solidFill>
            <a:srgbClr val="E3F1F8"/>
          </a:solidFill>
          <a:ln w="12700">
            <a:solidFill>
              <a:srgbClr val="E3F1F8"/>
            </a:solidFill>
            <a:prstDash val="solid"/>
          </a:ln>
        </p:spPr>
      </p:sp>
      <p:pic>
        <p:nvPicPr>
          <p:cNvPr id="9" name="g-pic-kangaroo" descr="img/kangaroo.png">    </p:cNvPr>
          <p:cNvPicPr>
            <a:picLocks noChangeAspect="1"/>
          </p:cNvPicPr>
          <p:nvPr/>
        </p:nvPicPr>
        <p:blipFill>
          <a:blip r:embed="rId2"/>
          <a:stretch>
            <a:fillRect/>
          </a:stretch>
        </p:blipFill>
        <p:spPr>
          <a:xfrm>
            <a:off x="4069080" y="1280160"/>
            <a:ext cx="1005840" cy="1005840"/>
          </a:xfrm>
          <a:prstGeom prst="rect">
            <a:avLst/>
          </a:prstGeom>
        </p:spPr>
      </p:pic>
      <p:sp>
        <p:nvSpPr>
          <p:cNvPr id="10" name="g-t-kangaroo"/>
          <p:cNvSpPr txBox="1"/>
          <p:nvPr/>
        </p:nvSpPr>
        <p:spPr>
          <a:xfrm>
            <a:off x="3246120" y="2286000"/>
            <a:ext cx="2651760" cy="411480"/>
          </a:xfrm>
          <a:prstGeom prst="rect">
            <a:avLst/>
          </a:prstGeom>
          <a:noFill/>
          <a:ln/>
        </p:spPr>
        <p:txBody>
          <a:bodyPr wrap="square" lIns="0" tIns="0" rIns="0" bIns="0" rtlCol="0" anchor="ctr"/>
          <a:lstStyle/>
          <a:p>
            <a:pPr algn="ctr" indent="0" marL="0">
              <a:buNone/>
            </a:pPr>
            <a:r>
              <a:rPr lang="en-US" sz="2000" b="1" dirty="0">
                <a:solidFill>
                  <a:schemeClr val="tx2"/>
                </a:solidFill>
              </a:rPr>
              <a:t>kangaroo</a:t>
            </a:r>
            <a:endParaRPr lang="en-US" sz="2000" dirty="0"/>
          </a:p>
        </p:txBody>
      </p:sp>
      <p:sp>
        <p:nvSpPr>
          <p:cNvPr id="11" name="g-monkey"/>
          <p:cNvSpPr/>
          <p:nvPr/>
        </p:nvSpPr>
        <p:spPr>
          <a:xfrm>
            <a:off x="6035040" y="1188720"/>
            <a:ext cx="2651760" cy="1600200"/>
          </a:xfrm>
          <a:prstGeom prst="roundRect">
            <a:avLst>
              <a:gd name="adj" fmla="val 11429"/>
            </a:avLst>
          </a:prstGeom>
          <a:solidFill>
            <a:srgbClr val="E8F5EC"/>
          </a:solidFill>
          <a:ln w="12700">
            <a:solidFill>
              <a:srgbClr val="E8F5EC"/>
            </a:solidFill>
            <a:prstDash val="solid"/>
          </a:ln>
        </p:spPr>
      </p:sp>
      <p:pic>
        <p:nvPicPr>
          <p:cNvPr id="12" name="g-pic-monkey" descr="img/monkey.png">    </p:cNvPr>
          <p:cNvPicPr>
            <a:picLocks noChangeAspect="1"/>
          </p:cNvPicPr>
          <p:nvPr/>
        </p:nvPicPr>
        <p:blipFill>
          <a:blip r:embed="rId3"/>
          <a:stretch>
            <a:fillRect/>
          </a:stretch>
        </p:blipFill>
        <p:spPr>
          <a:xfrm>
            <a:off x="6858000" y="1280160"/>
            <a:ext cx="1005840" cy="1005840"/>
          </a:xfrm>
          <a:prstGeom prst="rect">
            <a:avLst/>
          </a:prstGeom>
        </p:spPr>
      </p:pic>
      <p:sp>
        <p:nvSpPr>
          <p:cNvPr id="13" name="g-t-monkey"/>
          <p:cNvSpPr txBox="1"/>
          <p:nvPr/>
        </p:nvSpPr>
        <p:spPr>
          <a:xfrm>
            <a:off x="6035040" y="2286000"/>
            <a:ext cx="2651760" cy="411480"/>
          </a:xfrm>
          <a:prstGeom prst="rect">
            <a:avLst/>
          </a:prstGeom>
          <a:noFill/>
          <a:ln/>
        </p:spPr>
        <p:txBody>
          <a:bodyPr wrap="square" lIns="0" tIns="0" rIns="0" bIns="0" rtlCol="0" anchor="ctr"/>
          <a:lstStyle/>
          <a:p>
            <a:pPr algn="ctr" indent="0" marL="0">
              <a:buNone/>
            </a:pPr>
            <a:r>
              <a:rPr lang="en-US" sz="2000" b="1" dirty="0">
                <a:solidFill>
                  <a:schemeClr val="tx2"/>
                </a:solidFill>
              </a:rPr>
              <a:t>monkey</a:t>
            </a:r>
            <a:endParaRPr lang="en-US" sz="2000" dirty="0"/>
          </a:p>
        </p:txBody>
      </p:sp>
      <p:pic>
        <p:nvPicPr>
          <p:cNvPr id="14" name="g-star-monkey" descr="img/star.png">    </p:cNvPr>
          <p:cNvPicPr>
            <a:picLocks noChangeAspect="1"/>
          </p:cNvPicPr>
          <p:nvPr/>
        </p:nvPicPr>
        <p:blipFill>
          <a:blip r:embed="rId4"/>
          <a:stretch>
            <a:fillRect/>
          </a:stretch>
        </p:blipFill>
        <p:spPr>
          <a:xfrm>
            <a:off x="8092440" y="1280160"/>
            <a:ext cx="502920" cy="502920"/>
          </a:xfrm>
          <a:prstGeom prst="rect">
            <a:avLst/>
          </a:prstGeom>
        </p:spPr>
      </p:pic>
      <p:sp>
        <p:nvSpPr>
          <p:cNvPr id="15" name="g-penguin"/>
          <p:cNvSpPr/>
          <p:nvPr/>
        </p:nvSpPr>
        <p:spPr>
          <a:xfrm>
            <a:off x="457200" y="2926080"/>
            <a:ext cx="2651760" cy="1600200"/>
          </a:xfrm>
          <a:prstGeom prst="roundRect">
            <a:avLst>
              <a:gd name="adj" fmla="val 11429"/>
            </a:avLst>
          </a:prstGeom>
          <a:solidFill>
            <a:srgbClr val="E3F1F8"/>
          </a:solidFill>
          <a:ln w="12700">
            <a:solidFill>
              <a:srgbClr val="E3F1F8"/>
            </a:solidFill>
            <a:prstDash val="solid"/>
          </a:ln>
        </p:spPr>
      </p:sp>
      <p:pic>
        <p:nvPicPr>
          <p:cNvPr id="16" name="g-pic-penguin" descr="img/penguin.png">    </p:cNvPr>
          <p:cNvPicPr>
            <a:picLocks noChangeAspect="1"/>
          </p:cNvPicPr>
          <p:nvPr/>
        </p:nvPicPr>
        <p:blipFill>
          <a:blip r:embed="rId5"/>
          <a:stretch>
            <a:fillRect/>
          </a:stretch>
        </p:blipFill>
        <p:spPr>
          <a:xfrm>
            <a:off x="1280160" y="3017520"/>
            <a:ext cx="1005840" cy="1005840"/>
          </a:xfrm>
          <a:prstGeom prst="rect">
            <a:avLst/>
          </a:prstGeom>
        </p:spPr>
      </p:pic>
      <p:sp>
        <p:nvSpPr>
          <p:cNvPr id="17" name="g-t-penguin"/>
          <p:cNvSpPr txBox="1"/>
          <p:nvPr/>
        </p:nvSpPr>
        <p:spPr>
          <a:xfrm>
            <a:off x="457200" y="4023360"/>
            <a:ext cx="2651760" cy="411480"/>
          </a:xfrm>
          <a:prstGeom prst="rect">
            <a:avLst/>
          </a:prstGeom>
          <a:noFill/>
          <a:ln/>
        </p:spPr>
        <p:txBody>
          <a:bodyPr wrap="square" lIns="0" tIns="0" rIns="0" bIns="0" rtlCol="0" anchor="ctr"/>
          <a:lstStyle/>
          <a:p>
            <a:pPr algn="ctr" indent="0" marL="0">
              <a:buNone/>
            </a:pPr>
            <a:r>
              <a:rPr lang="en-US" sz="2000" b="1" dirty="0">
                <a:solidFill>
                  <a:schemeClr val="tx2"/>
                </a:solidFill>
              </a:rPr>
              <a:t>penguin</a:t>
            </a:r>
            <a:endParaRPr lang="en-US" sz="2000" dirty="0"/>
          </a:p>
        </p:txBody>
      </p:sp>
      <p:sp>
        <p:nvSpPr>
          <p:cNvPr id="18" name="g-snake"/>
          <p:cNvSpPr/>
          <p:nvPr/>
        </p:nvSpPr>
        <p:spPr>
          <a:xfrm>
            <a:off x="3246120" y="2926080"/>
            <a:ext cx="2651760" cy="1600200"/>
          </a:xfrm>
          <a:prstGeom prst="roundRect">
            <a:avLst>
              <a:gd name="adj" fmla="val 11429"/>
            </a:avLst>
          </a:prstGeom>
          <a:solidFill>
            <a:srgbClr val="E3F1F8"/>
          </a:solidFill>
          <a:ln w="12700">
            <a:solidFill>
              <a:srgbClr val="E3F1F8"/>
            </a:solidFill>
            <a:prstDash val="solid"/>
          </a:ln>
        </p:spPr>
      </p:sp>
      <p:pic>
        <p:nvPicPr>
          <p:cNvPr id="19" name="g-pic-snake" descr="img/snake.png">    </p:cNvPr>
          <p:cNvPicPr>
            <a:picLocks noChangeAspect="1"/>
          </p:cNvPicPr>
          <p:nvPr/>
        </p:nvPicPr>
        <p:blipFill>
          <a:blip r:embed="rId6"/>
          <a:stretch>
            <a:fillRect/>
          </a:stretch>
        </p:blipFill>
        <p:spPr>
          <a:xfrm>
            <a:off x="4069080" y="3017520"/>
            <a:ext cx="1005840" cy="1005840"/>
          </a:xfrm>
          <a:prstGeom prst="rect">
            <a:avLst/>
          </a:prstGeom>
        </p:spPr>
      </p:pic>
      <p:sp>
        <p:nvSpPr>
          <p:cNvPr id="20" name="g-t-snake"/>
          <p:cNvSpPr txBox="1"/>
          <p:nvPr/>
        </p:nvSpPr>
        <p:spPr>
          <a:xfrm>
            <a:off x="3246120" y="4023360"/>
            <a:ext cx="2651760" cy="411480"/>
          </a:xfrm>
          <a:prstGeom prst="rect">
            <a:avLst/>
          </a:prstGeom>
          <a:noFill/>
          <a:ln/>
        </p:spPr>
        <p:txBody>
          <a:bodyPr wrap="square" lIns="0" tIns="0" rIns="0" bIns="0" rtlCol="0" anchor="ctr"/>
          <a:lstStyle/>
          <a:p>
            <a:pPr algn="ctr" indent="0" marL="0">
              <a:buNone/>
            </a:pPr>
            <a:r>
              <a:rPr lang="en-US" sz="2000" b="1" dirty="0">
                <a:solidFill>
                  <a:schemeClr val="tx2"/>
                </a:solidFill>
              </a:rPr>
              <a:t>snake</a:t>
            </a:r>
            <a:endParaRPr lang="en-US" sz="2000" dirty="0"/>
          </a:p>
        </p:txBody>
      </p:sp>
      <p:sp>
        <p:nvSpPr>
          <p:cNvPr id="21" name="g-polarbear"/>
          <p:cNvSpPr/>
          <p:nvPr/>
        </p:nvSpPr>
        <p:spPr>
          <a:xfrm>
            <a:off x="6035040" y="2926080"/>
            <a:ext cx="2651760" cy="1600200"/>
          </a:xfrm>
          <a:prstGeom prst="roundRect">
            <a:avLst>
              <a:gd name="adj" fmla="val 11429"/>
            </a:avLst>
          </a:prstGeom>
          <a:solidFill>
            <a:srgbClr val="E3F1F8"/>
          </a:solidFill>
          <a:ln w="12700">
            <a:solidFill>
              <a:srgbClr val="E3F1F8"/>
            </a:solidFill>
            <a:prstDash val="solid"/>
          </a:ln>
        </p:spPr>
      </p:sp>
      <p:pic>
        <p:nvPicPr>
          <p:cNvPr id="22" name="g-pic-polarbear" descr="img/polarbear.png">    </p:cNvPr>
          <p:cNvPicPr>
            <a:picLocks noChangeAspect="1"/>
          </p:cNvPicPr>
          <p:nvPr/>
        </p:nvPicPr>
        <p:blipFill>
          <a:blip r:embed="rId7"/>
          <a:stretch>
            <a:fillRect/>
          </a:stretch>
        </p:blipFill>
        <p:spPr>
          <a:xfrm>
            <a:off x="6858000" y="3017520"/>
            <a:ext cx="1005840" cy="1005840"/>
          </a:xfrm>
          <a:prstGeom prst="rect">
            <a:avLst/>
          </a:prstGeom>
        </p:spPr>
      </p:pic>
      <p:sp>
        <p:nvSpPr>
          <p:cNvPr id="23" name="g-t-polarbear"/>
          <p:cNvSpPr txBox="1"/>
          <p:nvPr/>
        </p:nvSpPr>
        <p:spPr>
          <a:xfrm>
            <a:off x="6035040" y="4023360"/>
            <a:ext cx="2651760" cy="411480"/>
          </a:xfrm>
          <a:prstGeom prst="rect">
            <a:avLst/>
          </a:prstGeom>
          <a:noFill/>
          <a:ln/>
        </p:spPr>
        <p:txBody>
          <a:bodyPr wrap="square" lIns="0" tIns="0" rIns="0" bIns="0" rtlCol="0" anchor="ctr"/>
          <a:lstStyle/>
          <a:p>
            <a:pPr algn="ctr" indent="0" marL="0">
              <a:buNone/>
            </a:pPr>
            <a:r>
              <a:rPr lang="en-US" sz="2000" b="1" dirty="0">
                <a:solidFill>
                  <a:schemeClr val="tx2"/>
                </a:solidFill>
              </a:rPr>
              <a:t>polar bear</a:t>
            </a:r>
            <a:endParaRPr lang="en-US" sz="2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4000" b="1" dirty="0">
                <a:solidFill>
                  <a:schemeClr val="tx2"/>
                </a:solidFill>
              </a:rPr>
              <a:t>Let's go to the zoo! What can we do?</a:t>
            </a:r>
            <a:endParaRPr lang="en-US" sz="4000" dirty="0"/>
          </a:p>
        </p:txBody>
      </p:sp>
      <p:sp>
        <p:nvSpPr>
          <p:cNvPr id="3" name="Text 0"/>
          <p:cNvSpPr/>
          <p:nvPr>
            <p:ph idx="101" type="body" hasCustomPrompt="1"/>
          </p:nvPr>
        </p:nvSpPr>
        <p:spPr>
          <a:xfrm>
            <a:off x="457200" y="4727448"/>
            <a:ext cx="8229600" cy="320040"/>
          </a:xfrm>
          <a:prstGeom prst="rect">
            <a:avLst/>
          </a:prstGeom>
          <a:noFill/>
          <a:ln/>
        </p:spPr>
        <p:txBody>
          <a:bodyPr wrap="square" lIns="0" tIns="0" rIns="0" bIns="0" rtlCol="0" anchor="ctr"/>
          <a:lstStyle/>
          <a:p>
            <a:pPr algn="l" indent="0" marL="0">
              <a:buNone/>
            </a:pPr>
            <a:r>
              <a:rPr lang="en-US" sz="1200" i="1" dirty="0">
                <a:solidFill>
                  <a:schemeClr val="accent5"/>
                </a:solidFill>
              </a:rPr>
              <a:t>Teacher: Everyone stands. Chant the title line, then each animal line with its action. Or play the song if you have it (see run card).</a:t>
            </a:r>
            <a:endParaRPr lang="en-US" sz="1200" dirty="0"/>
          </a:p>
        </p:txBody>
      </p:sp>
      <p:sp>
        <p:nvSpPr>
          <p:cNvPr id="5" name="ch-elephant"/>
          <p:cNvSpPr/>
          <p:nvPr/>
        </p:nvSpPr>
        <p:spPr>
          <a:xfrm>
            <a:off x="457200" y="1188720"/>
            <a:ext cx="4023360" cy="1005840"/>
          </a:xfrm>
          <a:prstGeom prst="roundRect">
            <a:avLst>
              <a:gd name="adj" fmla="val 18182"/>
            </a:avLst>
          </a:prstGeom>
          <a:solidFill>
            <a:srgbClr val="E8F5EC"/>
          </a:solidFill>
          <a:ln w="12700">
            <a:solidFill>
              <a:srgbClr val="E8F5EC"/>
            </a:solidFill>
            <a:prstDash val="solid"/>
          </a:ln>
        </p:spPr>
      </p:sp>
      <p:pic>
        <p:nvPicPr>
          <p:cNvPr id="6" name="ch-pic-elephant" descr="img/elephant.png">    </p:cNvPr>
          <p:cNvPicPr>
            <a:picLocks noChangeAspect="1"/>
          </p:cNvPicPr>
          <p:nvPr/>
        </p:nvPicPr>
        <p:blipFill>
          <a:blip r:embed="rId1"/>
          <a:stretch>
            <a:fillRect/>
          </a:stretch>
        </p:blipFill>
        <p:spPr>
          <a:xfrm>
            <a:off x="566928" y="1261872"/>
            <a:ext cx="868680" cy="868680"/>
          </a:xfrm>
          <a:prstGeom prst="rect">
            <a:avLst/>
          </a:prstGeom>
        </p:spPr>
      </p:pic>
      <p:sp>
        <p:nvSpPr>
          <p:cNvPr id="7" name="ch-t-elephant"/>
          <p:cNvSpPr txBox="1"/>
          <p:nvPr/>
        </p:nvSpPr>
        <p:spPr>
          <a:xfrm>
            <a:off x="1554480" y="1188720"/>
            <a:ext cx="2834640" cy="1005840"/>
          </a:xfrm>
          <a:prstGeom prst="rect">
            <a:avLst/>
          </a:prstGeom>
          <a:noFill/>
          <a:ln/>
        </p:spPr>
        <p:txBody>
          <a:bodyPr wrap="square" lIns="0" tIns="0" rIns="0" bIns="0" rtlCol="0" anchor="ctr"/>
          <a:lstStyle/>
          <a:p>
            <a:pPr indent="0" marL="0">
              <a:buNone/>
            </a:pPr>
            <a:r>
              <a:rPr lang="en-US" sz="2200" b="1" dirty="0">
                <a:solidFill>
                  <a:schemeClr val="tx2"/>
                </a:solidFill>
              </a:rPr>
              <a:t>Stomp like an elephant!</a:t>
            </a:r>
            <a:endParaRPr lang="en-US" sz="2200" dirty="0"/>
          </a:p>
        </p:txBody>
      </p:sp>
      <p:sp>
        <p:nvSpPr>
          <p:cNvPr id="8" name="ch-kangaroo"/>
          <p:cNvSpPr/>
          <p:nvPr/>
        </p:nvSpPr>
        <p:spPr>
          <a:xfrm>
            <a:off x="4663440" y="1188720"/>
            <a:ext cx="4023360" cy="1005840"/>
          </a:xfrm>
          <a:prstGeom prst="roundRect">
            <a:avLst>
              <a:gd name="adj" fmla="val 18182"/>
            </a:avLst>
          </a:prstGeom>
          <a:solidFill>
            <a:srgbClr val="E3F1F8"/>
          </a:solidFill>
          <a:ln w="12700">
            <a:solidFill>
              <a:srgbClr val="E3F1F8"/>
            </a:solidFill>
            <a:prstDash val="solid"/>
          </a:ln>
        </p:spPr>
      </p:sp>
      <p:pic>
        <p:nvPicPr>
          <p:cNvPr id="9" name="ch-pic-kangaroo" descr="img/kangaroo.png">    </p:cNvPr>
          <p:cNvPicPr>
            <a:picLocks noChangeAspect="1"/>
          </p:cNvPicPr>
          <p:nvPr/>
        </p:nvPicPr>
        <p:blipFill>
          <a:blip r:embed="rId2"/>
          <a:stretch>
            <a:fillRect/>
          </a:stretch>
        </p:blipFill>
        <p:spPr>
          <a:xfrm>
            <a:off x="4773168" y="1261872"/>
            <a:ext cx="868680" cy="868680"/>
          </a:xfrm>
          <a:prstGeom prst="rect">
            <a:avLst/>
          </a:prstGeom>
        </p:spPr>
      </p:pic>
      <p:sp>
        <p:nvSpPr>
          <p:cNvPr id="10" name="ch-t-kangaroo"/>
          <p:cNvSpPr txBox="1"/>
          <p:nvPr/>
        </p:nvSpPr>
        <p:spPr>
          <a:xfrm>
            <a:off x="5760720" y="1188720"/>
            <a:ext cx="2834640" cy="1005840"/>
          </a:xfrm>
          <a:prstGeom prst="rect">
            <a:avLst/>
          </a:prstGeom>
          <a:noFill/>
          <a:ln/>
        </p:spPr>
        <p:txBody>
          <a:bodyPr wrap="square" lIns="0" tIns="0" rIns="0" bIns="0" rtlCol="0" anchor="ctr"/>
          <a:lstStyle/>
          <a:p>
            <a:pPr indent="0" marL="0">
              <a:buNone/>
            </a:pPr>
            <a:r>
              <a:rPr lang="en-US" sz="2200" b="1" dirty="0">
                <a:solidFill>
                  <a:schemeClr val="tx2"/>
                </a:solidFill>
              </a:rPr>
              <a:t>Jump like a kangaroo!</a:t>
            </a:r>
            <a:endParaRPr lang="en-US" sz="2200" dirty="0"/>
          </a:p>
        </p:txBody>
      </p:sp>
      <p:sp>
        <p:nvSpPr>
          <p:cNvPr id="11" name="ch-monkey"/>
          <p:cNvSpPr/>
          <p:nvPr/>
        </p:nvSpPr>
        <p:spPr>
          <a:xfrm>
            <a:off x="457200" y="2331720"/>
            <a:ext cx="4023360" cy="1005840"/>
          </a:xfrm>
          <a:prstGeom prst="roundRect">
            <a:avLst>
              <a:gd name="adj" fmla="val 18182"/>
            </a:avLst>
          </a:prstGeom>
          <a:solidFill>
            <a:srgbClr val="E8F5EC"/>
          </a:solidFill>
          <a:ln w="12700">
            <a:solidFill>
              <a:srgbClr val="E8F5EC"/>
            </a:solidFill>
            <a:prstDash val="solid"/>
          </a:ln>
        </p:spPr>
      </p:sp>
      <p:pic>
        <p:nvPicPr>
          <p:cNvPr id="12" name="ch-pic-monkey" descr="img/monkey.png">    </p:cNvPr>
          <p:cNvPicPr>
            <a:picLocks noChangeAspect="1"/>
          </p:cNvPicPr>
          <p:nvPr/>
        </p:nvPicPr>
        <p:blipFill>
          <a:blip r:embed="rId3"/>
          <a:stretch>
            <a:fillRect/>
          </a:stretch>
        </p:blipFill>
        <p:spPr>
          <a:xfrm>
            <a:off x="566928" y="2404872"/>
            <a:ext cx="868680" cy="868680"/>
          </a:xfrm>
          <a:prstGeom prst="rect">
            <a:avLst/>
          </a:prstGeom>
        </p:spPr>
      </p:pic>
      <p:sp>
        <p:nvSpPr>
          <p:cNvPr id="13" name="ch-t-monkey"/>
          <p:cNvSpPr txBox="1"/>
          <p:nvPr/>
        </p:nvSpPr>
        <p:spPr>
          <a:xfrm>
            <a:off x="1554480" y="2331720"/>
            <a:ext cx="2834640" cy="1005840"/>
          </a:xfrm>
          <a:prstGeom prst="rect">
            <a:avLst/>
          </a:prstGeom>
          <a:noFill/>
          <a:ln/>
        </p:spPr>
        <p:txBody>
          <a:bodyPr wrap="square" lIns="0" tIns="0" rIns="0" bIns="0" rtlCol="0" anchor="ctr"/>
          <a:lstStyle/>
          <a:p>
            <a:pPr indent="0" marL="0">
              <a:buNone/>
            </a:pPr>
            <a:r>
              <a:rPr lang="en-US" sz="2200" b="1" dirty="0">
                <a:solidFill>
                  <a:schemeClr val="tx2"/>
                </a:solidFill>
              </a:rPr>
              <a:t>Swing like a monkey!</a:t>
            </a:r>
            <a:endParaRPr lang="en-US" sz="2200" dirty="0"/>
          </a:p>
        </p:txBody>
      </p:sp>
      <p:sp>
        <p:nvSpPr>
          <p:cNvPr id="14" name="ch-penguin"/>
          <p:cNvSpPr/>
          <p:nvPr/>
        </p:nvSpPr>
        <p:spPr>
          <a:xfrm>
            <a:off x="4663440" y="2331720"/>
            <a:ext cx="4023360" cy="1005840"/>
          </a:xfrm>
          <a:prstGeom prst="roundRect">
            <a:avLst>
              <a:gd name="adj" fmla="val 18182"/>
            </a:avLst>
          </a:prstGeom>
          <a:solidFill>
            <a:srgbClr val="E3F1F8"/>
          </a:solidFill>
          <a:ln w="12700">
            <a:solidFill>
              <a:srgbClr val="E3F1F8"/>
            </a:solidFill>
            <a:prstDash val="solid"/>
          </a:ln>
        </p:spPr>
      </p:sp>
      <p:pic>
        <p:nvPicPr>
          <p:cNvPr id="15" name="ch-pic-penguin" descr="img/penguin.png">    </p:cNvPr>
          <p:cNvPicPr>
            <a:picLocks noChangeAspect="1"/>
          </p:cNvPicPr>
          <p:nvPr/>
        </p:nvPicPr>
        <p:blipFill>
          <a:blip r:embed="rId4"/>
          <a:stretch>
            <a:fillRect/>
          </a:stretch>
        </p:blipFill>
        <p:spPr>
          <a:xfrm>
            <a:off x="4773168" y="2404872"/>
            <a:ext cx="868680" cy="868680"/>
          </a:xfrm>
          <a:prstGeom prst="rect">
            <a:avLst/>
          </a:prstGeom>
        </p:spPr>
      </p:pic>
      <p:sp>
        <p:nvSpPr>
          <p:cNvPr id="16" name="ch-t-penguin"/>
          <p:cNvSpPr txBox="1"/>
          <p:nvPr/>
        </p:nvSpPr>
        <p:spPr>
          <a:xfrm>
            <a:off x="5760720" y="2331720"/>
            <a:ext cx="2834640" cy="1005840"/>
          </a:xfrm>
          <a:prstGeom prst="rect">
            <a:avLst/>
          </a:prstGeom>
          <a:noFill/>
          <a:ln/>
        </p:spPr>
        <p:txBody>
          <a:bodyPr wrap="square" lIns="0" tIns="0" rIns="0" bIns="0" rtlCol="0" anchor="ctr"/>
          <a:lstStyle/>
          <a:p>
            <a:pPr indent="0" marL="0">
              <a:buNone/>
            </a:pPr>
            <a:r>
              <a:rPr lang="en-US" sz="2200" b="1" dirty="0">
                <a:solidFill>
                  <a:schemeClr val="tx2"/>
                </a:solidFill>
              </a:rPr>
              <a:t>Waddle like a penguin!</a:t>
            </a:r>
            <a:endParaRPr lang="en-US" sz="2200" dirty="0"/>
          </a:p>
        </p:txBody>
      </p:sp>
      <p:sp>
        <p:nvSpPr>
          <p:cNvPr id="17" name="ch-snake"/>
          <p:cNvSpPr/>
          <p:nvPr/>
        </p:nvSpPr>
        <p:spPr>
          <a:xfrm>
            <a:off x="457200" y="3474720"/>
            <a:ext cx="4023360" cy="1005840"/>
          </a:xfrm>
          <a:prstGeom prst="roundRect">
            <a:avLst>
              <a:gd name="adj" fmla="val 18182"/>
            </a:avLst>
          </a:prstGeom>
          <a:solidFill>
            <a:srgbClr val="E8F5EC"/>
          </a:solidFill>
          <a:ln w="12700">
            <a:solidFill>
              <a:srgbClr val="E8F5EC"/>
            </a:solidFill>
            <a:prstDash val="solid"/>
          </a:ln>
        </p:spPr>
      </p:sp>
      <p:pic>
        <p:nvPicPr>
          <p:cNvPr id="18" name="ch-pic-snake" descr="img/snake.png">    </p:cNvPr>
          <p:cNvPicPr>
            <a:picLocks noChangeAspect="1"/>
          </p:cNvPicPr>
          <p:nvPr/>
        </p:nvPicPr>
        <p:blipFill>
          <a:blip r:embed="rId5"/>
          <a:stretch>
            <a:fillRect/>
          </a:stretch>
        </p:blipFill>
        <p:spPr>
          <a:xfrm>
            <a:off x="566928" y="3547872"/>
            <a:ext cx="868680" cy="868680"/>
          </a:xfrm>
          <a:prstGeom prst="rect">
            <a:avLst/>
          </a:prstGeom>
        </p:spPr>
      </p:pic>
      <p:sp>
        <p:nvSpPr>
          <p:cNvPr id="19" name="ch-t-snake"/>
          <p:cNvSpPr txBox="1"/>
          <p:nvPr/>
        </p:nvSpPr>
        <p:spPr>
          <a:xfrm>
            <a:off x="1554480" y="3474720"/>
            <a:ext cx="2834640" cy="1005840"/>
          </a:xfrm>
          <a:prstGeom prst="rect">
            <a:avLst/>
          </a:prstGeom>
          <a:noFill/>
          <a:ln/>
        </p:spPr>
        <p:txBody>
          <a:bodyPr wrap="square" lIns="0" tIns="0" rIns="0" bIns="0" rtlCol="0" anchor="ctr"/>
          <a:lstStyle/>
          <a:p>
            <a:pPr indent="0" marL="0">
              <a:buNone/>
            </a:pPr>
            <a:r>
              <a:rPr lang="en-US" sz="2200" b="1" dirty="0">
                <a:solidFill>
                  <a:schemeClr val="tx2"/>
                </a:solidFill>
              </a:rPr>
              <a:t>Slither like a snake!</a:t>
            </a:r>
            <a:endParaRPr lang="en-US" sz="2200" dirty="0"/>
          </a:p>
        </p:txBody>
      </p:sp>
      <p:sp>
        <p:nvSpPr>
          <p:cNvPr id="20" name="ch-polarbear"/>
          <p:cNvSpPr/>
          <p:nvPr/>
        </p:nvSpPr>
        <p:spPr>
          <a:xfrm>
            <a:off x="4663440" y="3474720"/>
            <a:ext cx="4023360" cy="1005840"/>
          </a:xfrm>
          <a:prstGeom prst="roundRect">
            <a:avLst>
              <a:gd name="adj" fmla="val 18182"/>
            </a:avLst>
          </a:prstGeom>
          <a:solidFill>
            <a:srgbClr val="E3F1F8"/>
          </a:solidFill>
          <a:ln w="12700">
            <a:solidFill>
              <a:srgbClr val="E3F1F8"/>
            </a:solidFill>
            <a:prstDash val="solid"/>
          </a:ln>
        </p:spPr>
      </p:sp>
      <p:pic>
        <p:nvPicPr>
          <p:cNvPr id="21" name="ch-pic-polarbear" descr="img/polarbear.png">    </p:cNvPr>
          <p:cNvPicPr>
            <a:picLocks noChangeAspect="1"/>
          </p:cNvPicPr>
          <p:nvPr/>
        </p:nvPicPr>
        <p:blipFill>
          <a:blip r:embed="rId6"/>
          <a:stretch>
            <a:fillRect/>
          </a:stretch>
        </p:blipFill>
        <p:spPr>
          <a:xfrm>
            <a:off x="4773168" y="3547872"/>
            <a:ext cx="868680" cy="868680"/>
          </a:xfrm>
          <a:prstGeom prst="rect">
            <a:avLst/>
          </a:prstGeom>
        </p:spPr>
      </p:pic>
      <p:sp>
        <p:nvSpPr>
          <p:cNvPr id="22" name="ch-t-polarbear"/>
          <p:cNvSpPr txBox="1"/>
          <p:nvPr/>
        </p:nvSpPr>
        <p:spPr>
          <a:xfrm>
            <a:off x="5760720" y="3474720"/>
            <a:ext cx="2834640" cy="1005840"/>
          </a:xfrm>
          <a:prstGeom prst="rect">
            <a:avLst/>
          </a:prstGeom>
          <a:noFill/>
          <a:ln/>
        </p:spPr>
        <p:txBody>
          <a:bodyPr wrap="square" lIns="0" tIns="0" rIns="0" bIns="0" rtlCol="0" anchor="ctr"/>
          <a:lstStyle/>
          <a:p>
            <a:pPr indent="0" marL="0">
              <a:buNone/>
            </a:pPr>
            <a:r>
              <a:rPr lang="en-US" sz="2200" b="1" dirty="0">
                <a:solidFill>
                  <a:schemeClr val="tx2"/>
                </a:solidFill>
              </a:rPr>
              <a:t>Swim like a polar bear!</a:t>
            </a:r>
            <a:endParaRPr lang="en-US" sz="2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4000" b="1" dirty="0">
                <a:solidFill>
                  <a:schemeClr val="tx2"/>
                </a:solidFill>
              </a:rPr>
              <a:t>Elephants, stand up!</a:t>
            </a:r>
            <a:endParaRPr lang="en-US" sz="4000" dirty="0"/>
          </a:p>
        </p:txBody>
      </p:sp>
      <p:sp>
        <p:nvSpPr>
          <p:cNvPr id="3" name="Text 0"/>
          <p:cNvSpPr/>
          <p:nvPr>
            <p:ph idx="101" type="body" hasCustomPrompt="1"/>
          </p:nvPr>
        </p:nvSpPr>
        <p:spPr>
          <a:xfrm>
            <a:off x="457200" y="4727448"/>
            <a:ext cx="8229600" cy="320040"/>
          </a:xfrm>
          <a:prstGeom prst="rect">
            <a:avLst/>
          </a:prstGeom>
          <a:noFill/>
          <a:ln/>
        </p:spPr>
        <p:txBody>
          <a:bodyPr wrap="square" lIns="0" tIns="0" rIns="0" bIns="0" rtlCol="0" anchor="ctr"/>
          <a:lstStyle/>
          <a:p>
            <a:pPr algn="l" indent="0" marL="0">
              <a:buNone/>
            </a:pPr>
            <a:r>
              <a:rPr lang="en-US" sz="1200" i="1" dirty="0">
                <a:solidFill>
                  <a:schemeClr val="accent5"/>
                </a:solidFill>
              </a:rPr>
              <a:t>Teacher: Give each child a mini card (2 per animal). Call an animal: those children stand, do the action, sit. Swap cards after 6 calls. 2 rounds.</a:t>
            </a:r>
            <a:endParaRPr lang="en-US" sz="1200" dirty="0"/>
          </a:p>
        </p:txBody>
      </p:sp>
      <p:sp>
        <p:nvSpPr>
          <p:cNvPr id="5" name="su-elephant"/>
          <p:cNvSpPr/>
          <p:nvPr/>
        </p:nvSpPr>
        <p:spPr>
          <a:xfrm>
            <a:off x="457200" y="1371600"/>
            <a:ext cx="1280160" cy="1828800"/>
          </a:xfrm>
          <a:prstGeom prst="roundRect">
            <a:avLst>
              <a:gd name="adj" fmla="val 14286"/>
            </a:avLst>
          </a:prstGeom>
          <a:solidFill>
            <a:srgbClr val="E3F1F8"/>
          </a:solidFill>
          <a:ln w="12700">
            <a:solidFill>
              <a:srgbClr val="E3F1F8"/>
            </a:solidFill>
            <a:prstDash val="solid"/>
          </a:ln>
        </p:spPr>
      </p:sp>
      <p:pic>
        <p:nvPicPr>
          <p:cNvPr id="6" name="su-pic-elephant" descr="img/elephant.png">    </p:cNvPr>
          <p:cNvPicPr>
            <a:picLocks noChangeAspect="1"/>
          </p:cNvPicPr>
          <p:nvPr/>
        </p:nvPicPr>
        <p:blipFill>
          <a:blip r:embed="rId1"/>
          <a:stretch>
            <a:fillRect/>
          </a:stretch>
        </p:blipFill>
        <p:spPr>
          <a:xfrm>
            <a:off x="594360" y="1481328"/>
            <a:ext cx="1005840" cy="1005840"/>
          </a:xfrm>
          <a:prstGeom prst="rect">
            <a:avLst/>
          </a:prstGeom>
        </p:spPr>
      </p:pic>
      <p:sp>
        <p:nvSpPr>
          <p:cNvPr id="7" name="su-t-elephant"/>
          <p:cNvSpPr txBox="1"/>
          <p:nvPr/>
        </p:nvSpPr>
        <p:spPr>
          <a:xfrm>
            <a:off x="457200" y="2560320"/>
            <a:ext cx="1280160" cy="548640"/>
          </a:xfrm>
          <a:prstGeom prst="rect">
            <a:avLst/>
          </a:prstGeom>
          <a:noFill/>
          <a:ln/>
        </p:spPr>
        <p:txBody>
          <a:bodyPr wrap="square" lIns="0" tIns="0" rIns="0" bIns="0" rtlCol="0" anchor="ctr"/>
          <a:lstStyle/>
          <a:p>
            <a:pPr algn="ctr" indent="0" marL="0">
              <a:buNone/>
            </a:pPr>
            <a:r>
              <a:rPr lang="en-US" sz="1600" b="1" dirty="0">
                <a:solidFill>
                  <a:schemeClr val="tx2"/>
                </a:solidFill>
              </a:rPr>
              <a:t>elephant</a:t>
            </a:r>
            <a:endParaRPr lang="en-US" sz="1600" dirty="0"/>
          </a:p>
        </p:txBody>
      </p:sp>
      <p:sp>
        <p:nvSpPr>
          <p:cNvPr id="8" name="su-kangaroo"/>
          <p:cNvSpPr/>
          <p:nvPr/>
        </p:nvSpPr>
        <p:spPr>
          <a:xfrm>
            <a:off x="1847088" y="1371600"/>
            <a:ext cx="1280160" cy="1828800"/>
          </a:xfrm>
          <a:prstGeom prst="roundRect">
            <a:avLst>
              <a:gd name="adj" fmla="val 14286"/>
            </a:avLst>
          </a:prstGeom>
          <a:solidFill>
            <a:srgbClr val="E3F1F8"/>
          </a:solidFill>
          <a:ln w="12700">
            <a:solidFill>
              <a:srgbClr val="E3F1F8"/>
            </a:solidFill>
            <a:prstDash val="solid"/>
          </a:ln>
        </p:spPr>
      </p:sp>
      <p:pic>
        <p:nvPicPr>
          <p:cNvPr id="9" name="su-pic-kangaroo" descr="img/kangaroo.png">    </p:cNvPr>
          <p:cNvPicPr>
            <a:picLocks noChangeAspect="1"/>
          </p:cNvPicPr>
          <p:nvPr/>
        </p:nvPicPr>
        <p:blipFill>
          <a:blip r:embed="rId2"/>
          <a:stretch>
            <a:fillRect/>
          </a:stretch>
        </p:blipFill>
        <p:spPr>
          <a:xfrm>
            <a:off x="1984248" y="1481328"/>
            <a:ext cx="1005840" cy="1005840"/>
          </a:xfrm>
          <a:prstGeom prst="rect">
            <a:avLst/>
          </a:prstGeom>
        </p:spPr>
      </p:pic>
      <p:sp>
        <p:nvSpPr>
          <p:cNvPr id="10" name="su-t-kangaroo"/>
          <p:cNvSpPr txBox="1"/>
          <p:nvPr/>
        </p:nvSpPr>
        <p:spPr>
          <a:xfrm>
            <a:off x="1847088" y="2560320"/>
            <a:ext cx="1280160" cy="548640"/>
          </a:xfrm>
          <a:prstGeom prst="rect">
            <a:avLst/>
          </a:prstGeom>
          <a:noFill/>
          <a:ln/>
        </p:spPr>
        <p:txBody>
          <a:bodyPr wrap="square" lIns="0" tIns="0" rIns="0" bIns="0" rtlCol="0" anchor="ctr"/>
          <a:lstStyle/>
          <a:p>
            <a:pPr algn="ctr" indent="0" marL="0">
              <a:buNone/>
            </a:pPr>
            <a:r>
              <a:rPr lang="en-US" sz="1600" b="1" dirty="0">
                <a:solidFill>
                  <a:schemeClr val="tx2"/>
                </a:solidFill>
              </a:rPr>
              <a:t>kangaroo</a:t>
            </a:r>
            <a:endParaRPr lang="en-US" sz="1600" dirty="0"/>
          </a:p>
        </p:txBody>
      </p:sp>
      <p:sp>
        <p:nvSpPr>
          <p:cNvPr id="11" name="su-monkey"/>
          <p:cNvSpPr/>
          <p:nvPr/>
        </p:nvSpPr>
        <p:spPr>
          <a:xfrm>
            <a:off x="3236976" y="1371600"/>
            <a:ext cx="1280160" cy="1828800"/>
          </a:xfrm>
          <a:prstGeom prst="roundRect">
            <a:avLst>
              <a:gd name="adj" fmla="val 14286"/>
            </a:avLst>
          </a:prstGeom>
          <a:solidFill>
            <a:srgbClr val="E3F1F8"/>
          </a:solidFill>
          <a:ln w="12700">
            <a:solidFill>
              <a:srgbClr val="E3F1F8"/>
            </a:solidFill>
            <a:prstDash val="solid"/>
          </a:ln>
        </p:spPr>
      </p:sp>
      <p:pic>
        <p:nvPicPr>
          <p:cNvPr id="12" name="su-pic-monkey" descr="img/monkey.png">    </p:cNvPr>
          <p:cNvPicPr>
            <a:picLocks noChangeAspect="1"/>
          </p:cNvPicPr>
          <p:nvPr/>
        </p:nvPicPr>
        <p:blipFill>
          <a:blip r:embed="rId3"/>
          <a:stretch>
            <a:fillRect/>
          </a:stretch>
        </p:blipFill>
        <p:spPr>
          <a:xfrm>
            <a:off x="3374136" y="1481328"/>
            <a:ext cx="1005840" cy="1005840"/>
          </a:xfrm>
          <a:prstGeom prst="rect">
            <a:avLst/>
          </a:prstGeom>
        </p:spPr>
      </p:pic>
      <p:sp>
        <p:nvSpPr>
          <p:cNvPr id="13" name="su-t-monkey"/>
          <p:cNvSpPr txBox="1"/>
          <p:nvPr/>
        </p:nvSpPr>
        <p:spPr>
          <a:xfrm>
            <a:off x="3236976" y="2560320"/>
            <a:ext cx="1280160" cy="548640"/>
          </a:xfrm>
          <a:prstGeom prst="rect">
            <a:avLst/>
          </a:prstGeom>
          <a:noFill/>
          <a:ln/>
        </p:spPr>
        <p:txBody>
          <a:bodyPr wrap="square" lIns="0" tIns="0" rIns="0" bIns="0" rtlCol="0" anchor="ctr"/>
          <a:lstStyle/>
          <a:p>
            <a:pPr algn="ctr" indent="0" marL="0">
              <a:buNone/>
            </a:pPr>
            <a:r>
              <a:rPr lang="en-US" sz="1600" b="1" dirty="0">
                <a:solidFill>
                  <a:schemeClr val="tx2"/>
                </a:solidFill>
              </a:rPr>
              <a:t>monkey</a:t>
            </a:r>
            <a:endParaRPr lang="en-US" sz="1600" dirty="0"/>
          </a:p>
        </p:txBody>
      </p:sp>
      <p:sp>
        <p:nvSpPr>
          <p:cNvPr id="14" name="su-penguin"/>
          <p:cNvSpPr/>
          <p:nvPr/>
        </p:nvSpPr>
        <p:spPr>
          <a:xfrm>
            <a:off x="4626864" y="1371600"/>
            <a:ext cx="1280160" cy="1828800"/>
          </a:xfrm>
          <a:prstGeom prst="roundRect">
            <a:avLst>
              <a:gd name="adj" fmla="val 14286"/>
            </a:avLst>
          </a:prstGeom>
          <a:solidFill>
            <a:srgbClr val="E3F1F8"/>
          </a:solidFill>
          <a:ln w="12700">
            <a:solidFill>
              <a:srgbClr val="E3F1F8"/>
            </a:solidFill>
            <a:prstDash val="solid"/>
          </a:ln>
        </p:spPr>
      </p:sp>
      <p:pic>
        <p:nvPicPr>
          <p:cNvPr id="15" name="su-pic-penguin" descr="img/penguin.png">    </p:cNvPr>
          <p:cNvPicPr>
            <a:picLocks noChangeAspect="1"/>
          </p:cNvPicPr>
          <p:nvPr/>
        </p:nvPicPr>
        <p:blipFill>
          <a:blip r:embed="rId4"/>
          <a:stretch>
            <a:fillRect/>
          </a:stretch>
        </p:blipFill>
        <p:spPr>
          <a:xfrm>
            <a:off x="4764024" y="1481328"/>
            <a:ext cx="1005840" cy="1005840"/>
          </a:xfrm>
          <a:prstGeom prst="rect">
            <a:avLst/>
          </a:prstGeom>
        </p:spPr>
      </p:pic>
      <p:sp>
        <p:nvSpPr>
          <p:cNvPr id="16" name="su-t-penguin"/>
          <p:cNvSpPr txBox="1"/>
          <p:nvPr/>
        </p:nvSpPr>
        <p:spPr>
          <a:xfrm>
            <a:off x="4626864" y="2560320"/>
            <a:ext cx="1280160" cy="548640"/>
          </a:xfrm>
          <a:prstGeom prst="rect">
            <a:avLst/>
          </a:prstGeom>
          <a:noFill/>
          <a:ln/>
        </p:spPr>
        <p:txBody>
          <a:bodyPr wrap="square" lIns="0" tIns="0" rIns="0" bIns="0" rtlCol="0" anchor="ctr"/>
          <a:lstStyle/>
          <a:p>
            <a:pPr algn="ctr" indent="0" marL="0">
              <a:buNone/>
            </a:pPr>
            <a:r>
              <a:rPr lang="en-US" sz="1600" b="1" dirty="0">
                <a:solidFill>
                  <a:schemeClr val="tx2"/>
                </a:solidFill>
              </a:rPr>
              <a:t>penguin</a:t>
            </a:r>
            <a:endParaRPr lang="en-US" sz="1600" dirty="0"/>
          </a:p>
        </p:txBody>
      </p:sp>
      <p:sp>
        <p:nvSpPr>
          <p:cNvPr id="17" name="su-snake"/>
          <p:cNvSpPr/>
          <p:nvPr/>
        </p:nvSpPr>
        <p:spPr>
          <a:xfrm>
            <a:off x="6016752" y="1371600"/>
            <a:ext cx="1280160" cy="1828800"/>
          </a:xfrm>
          <a:prstGeom prst="roundRect">
            <a:avLst>
              <a:gd name="adj" fmla="val 14286"/>
            </a:avLst>
          </a:prstGeom>
          <a:solidFill>
            <a:srgbClr val="E3F1F8"/>
          </a:solidFill>
          <a:ln w="12700">
            <a:solidFill>
              <a:srgbClr val="E3F1F8"/>
            </a:solidFill>
            <a:prstDash val="solid"/>
          </a:ln>
        </p:spPr>
      </p:sp>
      <p:pic>
        <p:nvPicPr>
          <p:cNvPr id="18" name="su-pic-snake" descr="img/snake.png">    </p:cNvPr>
          <p:cNvPicPr>
            <a:picLocks noChangeAspect="1"/>
          </p:cNvPicPr>
          <p:nvPr/>
        </p:nvPicPr>
        <p:blipFill>
          <a:blip r:embed="rId5"/>
          <a:stretch>
            <a:fillRect/>
          </a:stretch>
        </p:blipFill>
        <p:spPr>
          <a:xfrm>
            <a:off x="6153912" y="1481328"/>
            <a:ext cx="1005840" cy="1005840"/>
          </a:xfrm>
          <a:prstGeom prst="rect">
            <a:avLst/>
          </a:prstGeom>
        </p:spPr>
      </p:pic>
      <p:sp>
        <p:nvSpPr>
          <p:cNvPr id="19" name="su-t-snake"/>
          <p:cNvSpPr txBox="1"/>
          <p:nvPr/>
        </p:nvSpPr>
        <p:spPr>
          <a:xfrm>
            <a:off x="6016752" y="2560320"/>
            <a:ext cx="1280160" cy="548640"/>
          </a:xfrm>
          <a:prstGeom prst="rect">
            <a:avLst/>
          </a:prstGeom>
          <a:noFill/>
          <a:ln/>
        </p:spPr>
        <p:txBody>
          <a:bodyPr wrap="square" lIns="0" tIns="0" rIns="0" bIns="0" rtlCol="0" anchor="ctr"/>
          <a:lstStyle/>
          <a:p>
            <a:pPr algn="ctr" indent="0" marL="0">
              <a:buNone/>
            </a:pPr>
            <a:r>
              <a:rPr lang="en-US" sz="1600" b="1" dirty="0">
                <a:solidFill>
                  <a:schemeClr val="tx2"/>
                </a:solidFill>
              </a:rPr>
              <a:t>snake</a:t>
            </a:r>
            <a:endParaRPr lang="en-US" sz="1600" dirty="0"/>
          </a:p>
        </p:txBody>
      </p:sp>
      <p:sp>
        <p:nvSpPr>
          <p:cNvPr id="20" name="su-polarbear"/>
          <p:cNvSpPr/>
          <p:nvPr/>
        </p:nvSpPr>
        <p:spPr>
          <a:xfrm>
            <a:off x="7406640" y="1371600"/>
            <a:ext cx="1280160" cy="1828800"/>
          </a:xfrm>
          <a:prstGeom prst="roundRect">
            <a:avLst>
              <a:gd name="adj" fmla="val 14286"/>
            </a:avLst>
          </a:prstGeom>
          <a:solidFill>
            <a:srgbClr val="E3F1F8"/>
          </a:solidFill>
          <a:ln w="12700">
            <a:solidFill>
              <a:srgbClr val="E3F1F8"/>
            </a:solidFill>
            <a:prstDash val="solid"/>
          </a:ln>
        </p:spPr>
      </p:sp>
      <p:pic>
        <p:nvPicPr>
          <p:cNvPr id="21" name="su-pic-polarbear" descr="img/polarbear.png">    </p:cNvPr>
          <p:cNvPicPr>
            <a:picLocks noChangeAspect="1"/>
          </p:cNvPicPr>
          <p:nvPr/>
        </p:nvPicPr>
        <p:blipFill>
          <a:blip r:embed="rId6"/>
          <a:stretch>
            <a:fillRect/>
          </a:stretch>
        </p:blipFill>
        <p:spPr>
          <a:xfrm>
            <a:off x="7543800" y="1481328"/>
            <a:ext cx="1005840" cy="1005840"/>
          </a:xfrm>
          <a:prstGeom prst="rect">
            <a:avLst/>
          </a:prstGeom>
        </p:spPr>
      </p:pic>
      <p:sp>
        <p:nvSpPr>
          <p:cNvPr id="22" name="su-t-polarbear"/>
          <p:cNvSpPr txBox="1"/>
          <p:nvPr/>
        </p:nvSpPr>
        <p:spPr>
          <a:xfrm>
            <a:off x="7406640" y="2560320"/>
            <a:ext cx="1280160" cy="548640"/>
          </a:xfrm>
          <a:prstGeom prst="rect">
            <a:avLst/>
          </a:prstGeom>
          <a:noFill/>
          <a:ln/>
        </p:spPr>
        <p:txBody>
          <a:bodyPr wrap="square" lIns="0" tIns="0" rIns="0" bIns="0" rtlCol="0" anchor="ctr"/>
          <a:lstStyle/>
          <a:p>
            <a:pPr algn="ctr" indent="0" marL="0">
              <a:buNone/>
            </a:pPr>
            <a:r>
              <a:rPr lang="en-US" sz="1600" b="1" dirty="0">
                <a:solidFill>
                  <a:schemeClr val="tx2"/>
                </a:solidFill>
              </a:rPr>
              <a:t>polar bear</a:t>
            </a:r>
            <a:endParaRPr lang="en-US" sz="1600" dirty="0"/>
          </a:p>
        </p:txBody>
      </p:sp>
      <p:sp>
        <p:nvSpPr>
          <p:cNvPr id="23" name="su-say"/>
          <p:cNvSpPr/>
          <p:nvPr/>
        </p:nvSpPr>
        <p:spPr>
          <a:xfrm>
            <a:off x="457200" y="3429000"/>
            <a:ext cx="8229600" cy="1097280"/>
          </a:xfrm>
          <a:prstGeom prst="roundRect">
            <a:avLst>
              <a:gd name="adj" fmla="val 16667"/>
            </a:avLst>
          </a:prstGeom>
          <a:solidFill>
            <a:srgbClr val="FFF4C2"/>
          </a:solidFill>
          <a:ln w="12700">
            <a:solidFill>
              <a:srgbClr val="FFF4C2"/>
            </a:solidFill>
            <a:prstDash val="solid"/>
          </a:ln>
        </p:spPr>
      </p:sp>
      <p:sp>
        <p:nvSpPr>
          <p:cNvPr id="24" name="su-sayt"/>
          <p:cNvSpPr txBox="1"/>
          <p:nvPr/>
        </p:nvSpPr>
        <p:spPr>
          <a:xfrm>
            <a:off x="640080" y="3429000"/>
            <a:ext cx="7863840" cy="1097280"/>
          </a:xfrm>
          <a:prstGeom prst="rect">
            <a:avLst/>
          </a:prstGeom>
          <a:noFill/>
          <a:ln/>
        </p:spPr>
        <p:txBody>
          <a:bodyPr wrap="square" lIns="0" tIns="0" rIns="0" bIns="0" rtlCol="0" anchor="ctr"/>
          <a:lstStyle/>
          <a:p>
            <a:pPr algn="ctr" indent="0" marL="0">
              <a:buNone/>
            </a:pPr>
            <a:r>
              <a:rPr lang="en-US" sz="4000" b="1" dirty="0">
                <a:solidFill>
                  <a:schemeClr val="tx2"/>
                </a:solidFill>
              </a:rPr>
              <a:t>I'm an elephant!</a:t>
            </a:r>
            <a:endParaRPr lang="en-US" sz="4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4000" b="1" dirty="0">
                <a:solidFill>
                  <a:schemeClr val="tx2"/>
                </a:solidFill>
              </a:rPr>
              <a:t>Teacher says...</a:t>
            </a:r>
            <a:endParaRPr lang="en-US" sz="4000" dirty="0"/>
          </a:p>
        </p:txBody>
      </p:sp>
      <p:sp>
        <p:nvSpPr>
          <p:cNvPr id="3" name="Text 0"/>
          <p:cNvSpPr/>
          <p:nvPr>
            <p:ph idx="101" type="body" hasCustomPrompt="1"/>
          </p:nvPr>
        </p:nvSpPr>
        <p:spPr>
          <a:xfrm>
            <a:off x="457200" y="4727448"/>
            <a:ext cx="8229600" cy="320040"/>
          </a:xfrm>
          <a:prstGeom prst="rect">
            <a:avLst/>
          </a:prstGeom>
          <a:noFill/>
          <a:ln/>
        </p:spPr>
        <p:txBody>
          <a:bodyPr wrap="square" lIns="0" tIns="0" rIns="0" bIns="0" rtlCol="0" anchor="ctr"/>
          <a:lstStyle/>
          <a:p>
            <a:pPr algn="l" indent="0" marL="0">
              <a:buNone/>
            </a:pPr>
            <a:r>
              <a:rPr lang="en-US" sz="1200" i="1" dirty="0">
                <a:solidFill>
                  <a:schemeClr val="accent5"/>
                </a:solidFill>
              </a:rPr>
              <a:t>Teacher: Optional if time allows. "Teacher says jump like a kangaroo!" Everyone does it. Nobody is out. 1 to 2 minutes.</a:t>
            </a:r>
            <a:endParaRPr lang="en-US" sz="1200" dirty="0"/>
          </a:p>
        </p:txBody>
      </p:sp>
      <p:pic>
        <p:nvPicPr>
          <p:cNvPr id="5" name="ts-ic-elephant" descr="img/foot.png">    </p:cNvPr>
          <p:cNvPicPr>
            <a:picLocks noChangeAspect="1"/>
          </p:cNvPicPr>
          <p:nvPr/>
        </p:nvPicPr>
        <p:blipFill>
          <a:blip r:embed="rId1"/>
          <a:stretch>
            <a:fillRect/>
          </a:stretch>
        </p:blipFill>
        <p:spPr>
          <a:xfrm>
            <a:off x="685800" y="1280160"/>
            <a:ext cx="822960" cy="822960"/>
          </a:xfrm>
          <a:prstGeom prst="rect">
            <a:avLst/>
          </a:prstGeom>
        </p:spPr>
      </p:pic>
      <p:sp>
        <p:nvSpPr>
          <p:cNvPr id="6" name="ts-t-elephant"/>
          <p:cNvSpPr txBox="1"/>
          <p:nvPr/>
        </p:nvSpPr>
        <p:spPr>
          <a:xfrm>
            <a:off x="457200" y="2148840"/>
            <a:ext cx="1280160" cy="411480"/>
          </a:xfrm>
          <a:prstGeom prst="rect">
            <a:avLst/>
          </a:prstGeom>
          <a:noFill/>
          <a:ln/>
        </p:spPr>
        <p:txBody>
          <a:bodyPr wrap="square" lIns="0" tIns="0" rIns="0" bIns="0" rtlCol="0" anchor="ctr"/>
          <a:lstStyle/>
          <a:p>
            <a:pPr algn="ctr" indent="0" marL="0">
              <a:buNone/>
            </a:pPr>
            <a:r>
              <a:rPr lang="en-US" sz="1800" b="1" dirty="0">
                <a:solidFill>
                  <a:schemeClr val="tx2"/>
                </a:solidFill>
              </a:rPr>
              <a:t>Stomp!</a:t>
            </a:r>
            <a:endParaRPr lang="en-US" sz="1800" dirty="0"/>
          </a:p>
        </p:txBody>
      </p:sp>
      <p:pic>
        <p:nvPicPr>
          <p:cNvPr id="7" name="ts-pic-elephant" descr="img/elephant.png">    </p:cNvPr>
          <p:cNvPicPr>
            <a:picLocks noChangeAspect="1"/>
          </p:cNvPicPr>
          <p:nvPr/>
        </p:nvPicPr>
        <p:blipFill>
          <a:blip r:embed="rId2"/>
          <a:stretch>
            <a:fillRect/>
          </a:stretch>
        </p:blipFill>
        <p:spPr>
          <a:xfrm>
            <a:off x="731520" y="2606040"/>
            <a:ext cx="731520" cy="731520"/>
          </a:xfrm>
          <a:prstGeom prst="rect">
            <a:avLst/>
          </a:prstGeom>
        </p:spPr>
      </p:pic>
      <p:pic>
        <p:nvPicPr>
          <p:cNvPr id="8" name="ts-ic-kangaroo" descr="img/jump.png">    </p:cNvPr>
          <p:cNvPicPr>
            <a:picLocks noChangeAspect="1"/>
          </p:cNvPicPr>
          <p:nvPr/>
        </p:nvPicPr>
        <p:blipFill>
          <a:blip r:embed="rId3"/>
          <a:stretch>
            <a:fillRect/>
          </a:stretch>
        </p:blipFill>
        <p:spPr>
          <a:xfrm>
            <a:off x="2075688" y="1280160"/>
            <a:ext cx="822960" cy="822960"/>
          </a:xfrm>
          <a:prstGeom prst="rect">
            <a:avLst/>
          </a:prstGeom>
        </p:spPr>
      </p:pic>
      <p:sp>
        <p:nvSpPr>
          <p:cNvPr id="9" name="ts-t-kangaroo"/>
          <p:cNvSpPr txBox="1"/>
          <p:nvPr/>
        </p:nvSpPr>
        <p:spPr>
          <a:xfrm>
            <a:off x="1847088" y="2148840"/>
            <a:ext cx="1280160" cy="411480"/>
          </a:xfrm>
          <a:prstGeom prst="rect">
            <a:avLst/>
          </a:prstGeom>
          <a:noFill/>
          <a:ln/>
        </p:spPr>
        <p:txBody>
          <a:bodyPr wrap="square" lIns="0" tIns="0" rIns="0" bIns="0" rtlCol="0" anchor="ctr"/>
          <a:lstStyle/>
          <a:p>
            <a:pPr algn="ctr" indent="0" marL="0">
              <a:buNone/>
            </a:pPr>
            <a:r>
              <a:rPr lang="en-US" sz="1800" b="1" dirty="0">
                <a:solidFill>
                  <a:schemeClr val="tx2"/>
                </a:solidFill>
              </a:rPr>
              <a:t>Jump!</a:t>
            </a:r>
            <a:endParaRPr lang="en-US" sz="1800" dirty="0"/>
          </a:p>
        </p:txBody>
      </p:sp>
      <p:pic>
        <p:nvPicPr>
          <p:cNvPr id="10" name="ts-pic-kangaroo" descr="img/kangaroo.png">    </p:cNvPr>
          <p:cNvPicPr>
            <a:picLocks noChangeAspect="1"/>
          </p:cNvPicPr>
          <p:nvPr/>
        </p:nvPicPr>
        <p:blipFill>
          <a:blip r:embed="rId4"/>
          <a:stretch>
            <a:fillRect/>
          </a:stretch>
        </p:blipFill>
        <p:spPr>
          <a:xfrm>
            <a:off x="2121408" y="2606040"/>
            <a:ext cx="731520" cy="731520"/>
          </a:xfrm>
          <a:prstGeom prst="rect">
            <a:avLst/>
          </a:prstGeom>
        </p:spPr>
      </p:pic>
      <p:pic>
        <p:nvPicPr>
          <p:cNvPr id="11" name="ts-ic-monkey" descr="img/hands.png">    </p:cNvPr>
          <p:cNvPicPr>
            <a:picLocks noChangeAspect="1"/>
          </p:cNvPicPr>
          <p:nvPr/>
        </p:nvPicPr>
        <p:blipFill>
          <a:blip r:embed="rId5"/>
          <a:stretch>
            <a:fillRect/>
          </a:stretch>
        </p:blipFill>
        <p:spPr>
          <a:xfrm>
            <a:off x="3465576" y="1280160"/>
            <a:ext cx="822960" cy="822960"/>
          </a:xfrm>
          <a:prstGeom prst="rect">
            <a:avLst/>
          </a:prstGeom>
        </p:spPr>
      </p:pic>
      <p:sp>
        <p:nvSpPr>
          <p:cNvPr id="12" name="ts-t-monkey"/>
          <p:cNvSpPr txBox="1"/>
          <p:nvPr/>
        </p:nvSpPr>
        <p:spPr>
          <a:xfrm>
            <a:off x="3236976" y="2148840"/>
            <a:ext cx="1280160" cy="411480"/>
          </a:xfrm>
          <a:prstGeom prst="rect">
            <a:avLst/>
          </a:prstGeom>
          <a:noFill/>
          <a:ln/>
        </p:spPr>
        <p:txBody>
          <a:bodyPr wrap="square" lIns="0" tIns="0" rIns="0" bIns="0" rtlCol="0" anchor="ctr"/>
          <a:lstStyle/>
          <a:p>
            <a:pPr algn="ctr" indent="0" marL="0">
              <a:buNone/>
            </a:pPr>
            <a:r>
              <a:rPr lang="en-US" sz="1800" b="1" dirty="0">
                <a:solidFill>
                  <a:schemeClr val="tx2"/>
                </a:solidFill>
              </a:rPr>
              <a:t>Swing!</a:t>
            </a:r>
            <a:endParaRPr lang="en-US" sz="1800" dirty="0"/>
          </a:p>
        </p:txBody>
      </p:sp>
      <p:pic>
        <p:nvPicPr>
          <p:cNvPr id="13" name="ts-pic-monkey" descr="img/monkey.png">    </p:cNvPr>
          <p:cNvPicPr>
            <a:picLocks noChangeAspect="1"/>
          </p:cNvPicPr>
          <p:nvPr/>
        </p:nvPicPr>
        <p:blipFill>
          <a:blip r:embed="rId6"/>
          <a:stretch>
            <a:fillRect/>
          </a:stretch>
        </p:blipFill>
        <p:spPr>
          <a:xfrm>
            <a:off x="3511296" y="2606040"/>
            <a:ext cx="731520" cy="731520"/>
          </a:xfrm>
          <a:prstGeom prst="rect">
            <a:avLst/>
          </a:prstGeom>
        </p:spPr>
      </p:pic>
      <p:pic>
        <p:nvPicPr>
          <p:cNvPr id="14" name="ts-ic-penguin" descr="img/walk.png">    </p:cNvPr>
          <p:cNvPicPr>
            <a:picLocks noChangeAspect="1"/>
          </p:cNvPicPr>
          <p:nvPr/>
        </p:nvPicPr>
        <p:blipFill>
          <a:blip r:embed="rId7"/>
          <a:stretch>
            <a:fillRect/>
          </a:stretch>
        </p:blipFill>
        <p:spPr>
          <a:xfrm>
            <a:off x="4855464" y="1280160"/>
            <a:ext cx="822960" cy="822960"/>
          </a:xfrm>
          <a:prstGeom prst="rect">
            <a:avLst/>
          </a:prstGeom>
        </p:spPr>
      </p:pic>
      <p:sp>
        <p:nvSpPr>
          <p:cNvPr id="15" name="ts-t-penguin"/>
          <p:cNvSpPr txBox="1"/>
          <p:nvPr/>
        </p:nvSpPr>
        <p:spPr>
          <a:xfrm>
            <a:off x="4626864" y="2148840"/>
            <a:ext cx="1280160" cy="411480"/>
          </a:xfrm>
          <a:prstGeom prst="rect">
            <a:avLst/>
          </a:prstGeom>
          <a:noFill/>
          <a:ln/>
        </p:spPr>
        <p:txBody>
          <a:bodyPr wrap="square" lIns="0" tIns="0" rIns="0" bIns="0" rtlCol="0" anchor="ctr"/>
          <a:lstStyle/>
          <a:p>
            <a:pPr algn="ctr" indent="0" marL="0">
              <a:buNone/>
            </a:pPr>
            <a:r>
              <a:rPr lang="en-US" sz="1800" b="1" dirty="0">
                <a:solidFill>
                  <a:schemeClr val="tx2"/>
                </a:solidFill>
              </a:rPr>
              <a:t>Waddle!</a:t>
            </a:r>
            <a:endParaRPr lang="en-US" sz="1800" dirty="0"/>
          </a:p>
        </p:txBody>
      </p:sp>
      <p:pic>
        <p:nvPicPr>
          <p:cNvPr id="16" name="ts-pic-penguin" descr="img/penguin.png">    </p:cNvPr>
          <p:cNvPicPr>
            <a:picLocks noChangeAspect="1"/>
          </p:cNvPicPr>
          <p:nvPr/>
        </p:nvPicPr>
        <p:blipFill>
          <a:blip r:embed="rId8"/>
          <a:stretch>
            <a:fillRect/>
          </a:stretch>
        </p:blipFill>
        <p:spPr>
          <a:xfrm>
            <a:off x="4901184" y="2606040"/>
            <a:ext cx="731520" cy="731520"/>
          </a:xfrm>
          <a:prstGeom prst="rect">
            <a:avLst/>
          </a:prstGeom>
        </p:spPr>
      </p:pic>
      <p:pic>
        <p:nvPicPr>
          <p:cNvPr id="17" name="ts-ic-snake" descr="img/point.png">    </p:cNvPr>
          <p:cNvPicPr>
            <a:picLocks noChangeAspect="1"/>
          </p:cNvPicPr>
          <p:nvPr/>
        </p:nvPicPr>
        <p:blipFill>
          <a:blip r:embed="rId9"/>
          <a:stretch>
            <a:fillRect/>
          </a:stretch>
        </p:blipFill>
        <p:spPr>
          <a:xfrm>
            <a:off x="6245352" y="1280160"/>
            <a:ext cx="822960" cy="822960"/>
          </a:xfrm>
          <a:prstGeom prst="rect">
            <a:avLst/>
          </a:prstGeom>
        </p:spPr>
      </p:pic>
      <p:sp>
        <p:nvSpPr>
          <p:cNvPr id="18" name="ts-t-snake"/>
          <p:cNvSpPr txBox="1"/>
          <p:nvPr/>
        </p:nvSpPr>
        <p:spPr>
          <a:xfrm>
            <a:off x="6016752" y="2148840"/>
            <a:ext cx="1280160" cy="411480"/>
          </a:xfrm>
          <a:prstGeom prst="rect">
            <a:avLst/>
          </a:prstGeom>
          <a:noFill/>
          <a:ln/>
        </p:spPr>
        <p:txBody>
          <a:bodyPr wrap="square" lIns="0" tIns="0" rIns="0" bIns="0" rtlCol="0" anchor="ctr"/>
          <a:lstStyle/>
          <a:p>
            <a:pPr algn="ctr" indent="0" marL="0">
              <a:buNone/>
            </a:pPr>
            <a:r>
              <a:rPr lang="en-US" sz="1800" b="1" dirty="0">
                <a:solidFill>
                  <a:schemeClr val="tx2"/>
                </a:solidFill>
              </a:rPr>
              <a:t>Slither!</a:t>
            </a:r>
            <a:endParaRPr lang="en-US" sz="1800" dirty="0"/>
          </a:p>
        </p:txBody>
      </p:sp>
      <p:pic>
        <p:nvPicPr>
          <p:cNvPr id="19" name="ts-pic-snake" descr="img/snake.png">    </p:cNvPr>
          <p:cNvPicPr>
            <a:picLocks noChangeAspect="1"/>
          </p:cNvPicPr>
          <p:nvPr/>
        </p:nvPicPr>
        <p:blipFill>
          <a:blip r:embed="rId10"/>
          <a:stretch>
            <a:fillRect/>
          </a:stretch>
        </p:blipFill>
        <p:spPr>
          <a:xfrm>
            <a:off x="6291072" y="2606040"/>
            <a:ext cx="731520" cy="731520"/>
          </a:xfrm>
          <a:prstGeom prst="rect">
            <a:avLst/>
          </a:prstGeom>
        </p:spPr>
      </p:pic>
      <p:pic>
        <p:nvPicPr>
          <p:cNvPr id="20" name="ts-ic-polarbear" descr="img/swim.png">    </p:cNvPr>
          <p:cNvPicPr>
            <a:picLocks noChangeAspect="1"/>
          </p:cNvPicPr>
          <p:nvPr/>
        </p:nvPicPr>
        <p:blipFill>
          <a:blip r:embed="rId11"/>
          <a:stretch>
            <a:fillRect/>
          </a:stretch>
        </p:blipFill>
        <p:spPr>
          <a:xfrm>
            <a:off x="7635240" y="1280160"/>
            <a:ext cx="822960" cy="822960"/>
          </a:xfrm>
          <a:prstGeom prst="rect">
            <a:avLst/>
          </a:prstGeom>
        </p:spPr>
      </p:pic>
      <p:sp>
        <p:nvSpPr>
          <p:cNvPr id="21" name="ts-t-polarbear"/>
          <p:cNvSpPr txBox="1"/>
          <p:nvPr/>
        </p:nvSpPr>
        <p:spPr>
          <a:xfrm>
            <a:off x="7406640" y="2148840"/>
            <a:ext cx="1280160" cy="411480"/>
          </a:xfrm>
          <a:prstGeom prst="rect">
            <a:avLst/>
          </a:prstGeom>
          <a:noFill/>
          <a:ln/>
        </p:spPr>
        <p:txBody>
          <a:bodyPr wrap="square" lIns="0" tIns="0" rIns="0" bIns="0" rtlCol="0" anchor="ctr"/>
          <a:lstStyle/>
          <a:p>
            <a:pPr algn="ctr" indent="0" marL="0">
              <a:buNone/>
            </a:pPr>
            <a:r>
              <a:rPr lang="en-US" sz="1800" b="1" dirty="0">
                <a:solidFill>
                  <a:schemeClr val="tx2"/>
                </a:solidFill>
              </a:rPr>
              <a:t>Swim!</a:t>
            </a:r>
            <a:endParaRPr lang="en-US" sz="1800" dirty="0"/>
          </a:p>
        </p:txBody>
      </p:sp>
      <p:pic>
        <p:nvPicPr>
          <p:cNvPr id="22" name="ts-pic-polarbear" descr="img/polarbear.png">    </p:cNvPr>
          <p:cNvPicPr>
            <a:picLocks noChangeAspect="1"/>
          </p:cNvPicPr>
          <p:nvPr/>
        </p:nvPicPr>
        <p:blipFill>
          <a:blip r:embed="rId12"/>
          <a:stretch>
            <a:fillRect/>
          </a:stretch>
        </p:blipFill>
        <p:spPr>
          <a:xfrm>
            <a:off x="7680960" y="2606040"/>
            <a:ext cx="731520" cy="731520"/>
          </a:xfrm>
          <a:prstGeom prst="rect">
            <a:avLst/>
          </a:prstGeom>
        </p:spPr>
      </p:pic>
      <p:sp>
        <p:nvSpPr>
          <p:cNvPr id="23" name="ts-say"/>
          <p:cNvSpPr/>
          <p:nvPr/>
        </p:nvSpPr>
        <p:spPr>
          <a:xfrm>
            <a:off x="457200" y="3566160"/>
            <a:ext cx="8229600" cy="960120"/>
          </a:xfrm>
          <a:prstGeom prst="roundRect">
            <a:avLst>
              <a:gd name="adj" fmla="val 19048"/>
            </a:avLst>
          </a:prstGeom>
          <a:solidFill>
            <a:srgbClr val="FFF4C2"/>
          </a:solidFill>
          <a:ln w="12700">
            <a:solidFill>
              <a:srgbClr val="FFF4C2"/>
            </a:solidFill>
            <a:prstDash val="solid"/>
          </a:ln>
        </p:spPr>
      </p:sp>
      <p:sp>
        <p:nvSpPr>
          <p:cNvPr id="24" name="ts-sayt"/>
          <p:cNvSpPr txBox="1"/>
          <p:nvPr/>
        </p:nvSpPr>
        <p:spPr>
          <a:xfrm>
            <a:off x="640080" y="3566160"/>
            <a:ext cx="7863840" cy="960120"/>
          </a:xfrm>
          <a:prstGeom prst="rect">
            <a:avLst/>
          </a:prstGeom>
          <a:noFill/>
          <a:ln/>
        </p:spPr>
        <p:txBody>
          <a:bodyPr wrap="square" lIns="0" tIns="0" rIns="0" bIns="0" rtlCol="0" anchor="ctr"/>
          <a:lstStyle/>
          <a:p>
            <a:pPr algn="ctr" indent="0" marL="0">
              <a:buNone/>
            </a:pPr>
            <a:r>
              <a:rPr lang="en-US" sz="3200" b="1" dirty="0">
                <a:solidFill>
                  <a:schemeClr val="tx2"/>
                </a:solidFill>
              </a:rPr>
              <a:t>Teacher says... jump like a kangaroo!</a:t>
            </a:r>
            <a:endParaRPr lang="en-US" sz="3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4000" b="1" dirty="0">
                <a:solidFill>
                  <a:schemeClr val="tx2"/>
                </a:solidFill>
              </a:rPr>
              <a:t>Goodbye, goodbye!</a:t>
            </a:r>
            <a:endParaRPr lang="en-US" sz="4000" dirty="0"/>
          </a:p>
        </p:txBody>
      </p:sp>
      <p:sp>
        <p:nvSpPr>
          <p:cNvPr id="3" name="Text 0"/>
          <p:cNvSpPr/>
          <p:nvPr>
            <p:ph idx="101" type="body" hasCustomPrompt="1"/>
          </p:nvPr>
        </p:nvSpPr>
        <p:spPr>
          <a:xfrm>
            <a:off x="457200" y="4727448"/>
            <a:ext cx="8229600" cy="320040"/>
          </a:xfrm>
          <a:prstGeom prst="rect">
            <a:avLst/>
          </a:prstGeom>
          <a:noFill/>
          <a:ln/>
        </p:spPr>
        <p:txBody>
          <a:bodyPr wrap="square" lIns="0" tIns="0" rIns="0" bIns="0" rtlCol="0" anchor="ctr"/>
          <a:lstStyle/>
          <a:p>
            <a:pPr algn="l" indent="0" marL="0">
              <a:buNone/>
            </a:pPr>
            <a:r>
              <a:rPr lang="en-US" sz="1200" i="1" dirty="0">
                <a:solidFill>
                  <a:schemeClr val="accent5"/>
                </a:solidFill>
              </a:rPr>
              <a:t>Teacher: Chant each line twice with the action. Then a sticker for every child and a take-home sheet for every family.</a:t>
            </a:r>
            <a:endParaRPr lang="en-US" sz="1200" dirty="0"/>
          </a:p>
        </p:txBody>
      </p:sp>
      <p:sp>
        <p:nvSpPr>
          <p:cNvPr id="5" name="bye-tile-0"/>
          <p:cNvSpPr/>
          <p:nvPr/>
        </p:nvSpPr>
        <p:spPr>
          <a:xfrm>
            <a:off x="457200" y="1234440"/>
            <a:ext cx="4023360" cy="1463040"/>
          </a:xfrm>
          <a:prstGeom prst="roundRect">
            <a:avLst>
              <a:gd name="adj" fmla="val 12500"/>
            </a:avLst>
          </a:prstGeom>
          <a:solidFill>
            <a:srgbClr val="E3F1F8"/>
          </a:solidFill>
          <a:ln w="12700">
            <a:solidFill>
              <a:srgbClr val="E3F1F8"/>
            </a:solidFill>
            <a:prstDash val="solid"/>
          </a:ln>
        </p:spPr>
      </p:sp>
      <p:pic>
        <p:nvPicPr>
          <p:cNvPr id="6" name="bye-ic-0" descr="img/wave.png">    </p:cNvPr>
          <p:cNvPicPr>
            <a:picLocks noChangeAspect="1"/>
          </p:cNvPicPr>
          <p:nvPr/>
        </p:nvPicPr>
        <p:blipFill>
          <a:blip r:embed="rId1"/>
          <a:stretch>
            <a:fillRect/>
          </a:stretch>
        </p:blipFill>
        <p:spPr>
          <a:xfrm>
            <a:off x="640080" y="1371600"/>
            <a:ext cx="1188720" cy="1188720"/>
          </a:xfrm>
          <a:prstGeom prst="rect">
            <a:avLst/>
          </a:prstGeom>
        </p:spPr>
      </p:pic>
      <p:sp>
        <p:nvSpPr>
          <p:cNvPr id="7" name="bye-text-0"/>
          <p:cNvSpPr txBox="1"/>
          <p:nvPr/>
        </p:nvSpPr>
        <p:spPr>
          <a:xfrm>
            <a:off x="1920240" y="1371600"/>
            <a:ext cx="2514600" cy="1188720"/>
          </a:xfrm>
          <a:prstGeom prst="rect">
            <a:avLst/>
          </a:prstGeom>
          <a:noFill/>
          <a:ln/>
        </p:spPr>
        <p:txBody>
          <a:bodyPr wrap="square" lIns="0" tIns="0" rIns="0" bIns="0" rtlCol="0" anchor="ctr"/>
          <a:lstStyle/>
          <a:p>
            <a:pPr indent="0" marL="0">
              <a:buNone/>
            </a:pPr>
            <a:r>
              <a:rPr lang="en-US" sz="2200" b="1" dirty="0">
                <a:solidFill>
                  <a:schemeClr val="tx2"/>
                </a:solidFill>
              </a:rPr>
              <a:t>Goodbye, goodbye!</a:t>
            </a:r>
            <a:endParaRPr lang="en-US" sz="2200" dirty="0"/>
          </a:p>
          <a:p>
            <a:pPr indent="0" marL="0">
              <a:buNone/>
            </a:pPr>
            <a:r>
              <a:rPr lang="en-US" sz="2200" dirty="0">
                <a:solidFill>
                  <a:schemeClr val="tx2"/>
                </a:solidFill>
              </a:rPr>
              <a:t>Wave your hand</a:t>
            </a:r>
            <a:endParaRPr lang="en-US" sz="2200" dirty="0"/>
          </a:p>
        </p:txBody>
      </p:sp>
      <p:sp>
        <p:nvSpPr>
          <p:cNvPr id="8" name="bye-tile-1"/>
          <p:cNvSpPr/>
          <p:nvPr/>
        </p:nvSpPr>
        <p:spPr>
          <a:xfrm>
            <a:off x="4663440" y="1234440"/>
            <a:ext cx="4023360" cy="1463040"/>
          </a:xfrm>
          <a:prstGeom prst="roundRect">
            <a:avLst>
              <a:gd name="adj" fmla="val 12500"/>
            </a:avLst>
          </a:prstGeom>
          <a:solidFill>
            <a:srgbClr val="E3F1F8"/>
          </a:solidFill>
          <a:ln w="12700">
            <a:solidFill>
              <a:srgbClr val="E3F1F8"/>
            </a:solidFill>
            <a:prstDash val="solid"/>
          </a:ln>
        </p:spPr>
      </p:sp>
      <p:pic>
        <p:nvPicPr>
          <p:cNvPr id="9" name="bye-ic-1" descr="img/clap.png">    </p:cNvPr>
          <p:cNvPicPr>
            <a:picLocks noChangeAspect="1"/>
          </p:cNvPicPr>
          <p:nvPr/>
        </p:nvPicPr>
        <p:blipFill>
          <a:blip r:embed="rId2"/>
          <a:stretch>
            <a:fillRect/>
          </a:stretch>
        </p:blipFill>
        <p:spPr>
          <a:xfrm>
            <a:off x="4846320" y="1371600"/>
            <a:ext cx="1188720" cy="1188720"/>
          </a:xfrm>
          <a:prstGeom prst="rect">
            <a:avLst/>
          </a:prstGeom>
        </p:spPr>
      </p:pic>
      <p:sp>
        <p:nvSpPr>
          <p:cNvPr id="10" name="bye-text-1"/>
          <p:cNvSpPr txBox="1"/>
          <p:nvPr/>
        </p:nvSpPr>
        <p:spPr>
          <a:xfrm>
            <a:off x="6126480" y="1371600"/>
            <a:ext cx="2514600" cy="1188720"/>
          </a:xfrm>
          <a:prstGeom prst="rect">
            <a:avLst/>
          </a:prstGeom>
          <a:noFill/>
          <a:ln/>
        </p:spPr>
        <p:txBody>
          <a:bodyPr wrap="square" lIns="0" tIns="0" rIns="0" bIns="0" rtlCol="0" anchor="ctr"/>
          <a:lstStyle/>
          <a:p>
            <a:pPr indent="0" marL="0">
              <a:buNone/>
            </a:pPr>
            <a:r>
              <a:rPr lang="en-US" sz="2200" b="1" dirty="0">
                <a:solidFill>
                  <a:schemeClr val="tx2"/>
                </a:solidFill>
              </a:rPr>
              <a:t>Goodbye, goodbye!</a:t>
            </a:r>
            <a:endParaRPr lang="en-US" sz="2200" dirty="0"/>
          </a:p>
          <a:p>
            <a:pPr indent="0" marL="0">
              <a:buNone/>
            </a:pPr>
            <a:r>
              <a:rPr lang="en-US" sz="2200" dirty="0">
                <a:solidFill>
                  <a:schemeClr val="tx2"/>
                </a:solidFill>
              </a:rPr>
              <a:t>Clap your hands</a:t>
            </a:r>
            <a:endParaRPr lang="en-US" sz="2200" dirty="0"/>
          </a:p>
        </p:txBody>
      </p:sp>
      <p:sp>
        <p:nvSpPr>
          <p:cNvPr id="11" name="bye-tile-2"/>
          <p:cNvSpPr/>
          <p:nvPr/>
        </p:nvSpPr>
        <p:spPr>
          <a:xfrm>
            <a:off x="457200" y="2926080"/>
            <a:ext cx="4023360" cy="1463040"/>
          </a:xfrm>
          <a:prstGeom prst="roundRect">
            <a:avLst>
              <a:gd name="adj" fmla="val 12500"/>
            </a:avLst>
          </a:prstGeom>
          <a:solidFill>
            <a:srgbClr val="FFF4C2"/>
          </a:solidFill>
          <a:ln w="12700">
            <a:solidFill>
              <a:srgbClr val="FFF4C2"/>
            </a:solidFill>
            <a:prstDash val="solid"/>
          </a:ln>
        </p:spPr>
      </p:sp>
      <p:pic>
        <p:nvPicPr>
          <p:cNvPr id="12" name="bye-ic-2" descr="img/star.png">    </p:cNvPr>
          <p:cNvPicPr>
            <a:picLocks noChangeAspect="1"/>
          </p:cNvPicPr>
          <p:nvPr/>
        </p:nvPicPr>
        <p:blipFill>
          <a:blip r:embed="rId3"/>
          <a:stretch>
            <a:fillRect/>
          </a:stretch>
        </p:blipFill>
        <p:spPr>
          <a:xfrm>
            <a:off x="640080" y="3063240"/>
            <a:ext cx="1188720" cy="1188720"/>
          </a:xfrm>
          <a:prstGeom prst="rect">
            <a:avLst/>
          </a:prstGeom>
        </p:spPr>
      </p:pic>
      <p:sp>
        <p:nvSpPr>
          <p:cNvPr id="13" name="bye-text-2"/>
          <p:cNvSpPr txBox="1"/>
          <p:nvPr/>
        </p:nvSpPr>
        <p:spPr>
          <a:xfrm>
            <a:off x="1920240" y="3063240"/>
            <a:ext cx="2514600" cy="1188720"/>
          </a:xfrm>
          <a:prstGeom prst="rect">
            <a:avLst/>
          </a:prstGeom>
          <a:noFill/>
          <a:ln/>
        </p:spPr>
        <p:txBody>
          <a:bodyPr wrap="square" lIns="0" tIns="0" rIns="0" bIns="0" rtlCol="0" anchor="ctr"/>
          <a:lstStyle/>
          <a:p>
            <a:pPr indent="0" marL="0">
              <a:buNone/>
            </a:pPr>
            <a:r>
              <a:rPr lang="en-US" sz="2200" b="1" dirty="0">
                <a:solidFill>
                  <a:schemeClr val="tx2"/>
                </a:solidFill>
              </a:rPr>
              <a:t>Goodbye, goodbye!</a:t>
            </a:r>
            <a:endParaRPr lang="en-US" sz="2200" dirty="0"/>
          </a:p>
          <a:p>
            <a:pPr indent="0" marL="0">
              <a:buNone/>
            </a:pPr>
            <a:r>
              <a:rPr lang="en-US" sz="2200" dirty="0">
                <a:solidFill>
                  <a:schemeClr val="tx2"/>
                </a:solidFill>
              </a:rPr>
              <a:t>You're a star!</a:t>
            </a:r>
            <a:endParaRPr lang="en-US" sz="2200" dirty="0"/>
          </a:p>
        </p:txBody>
      </p:sp>
      <p:sp>
        <p:nvSpPr>
          <p:cNvPr id="14" name="bye-tile-3"/>
          <p:cNvSpPr/>
          <p:nvPr/>
        </p:nvSpPr>
        <p:spPr>
          <a:xfrm>
            <a:off x="4663440" y="2926080"/>
            <a:ext cx="4023360" cy="1463040"/>
          </a:xfrm>
          <a:prstGeom prst="roundRect">
            <a:avLst>
              <a:gd name="adj" fmla="val 12500"/>
            </a:avLst>
          </a:prstGeom>
          <a:solidFill>
            <a:srgbClr val="E3F1F8"/>
          </a:solidFill>
          <a:ln w="12700">
            <a:solidFill>
              <a:srgbClr val="E3F1F8"/>
            </a:solidFill>
            <a:prstDash val="solid"/>
          </a:ln>
        </p:spPr>
      </p:sp>
      <p:pic>
        <p:nvPicPr>
          <p:cNvPr id="15" name="bye-ic-3" descr="img/hands.png">    </p:cNvPr>
          <p:cNvPicPr>
            <a:picLocks noChangeAspect="1"/>
          </p:cNvPicPr>
          <p:nvPr/>
        </p:nvPicPr>
        <p:blipFill>
          <a:blip r:embed="rId4"/>
          <a:stretch>
            <a:fillRect/>
          </a:stretch>
        </p:blipFill>
        <p:spPr>
          <a:xfrm>
            <a:off x="4846320" y="3063240"/>
            <a:ext cx="1188720" cy="1188720"/>
          </a:xfrm>
          <a:prstGeom prst="rect">
            <a:avLst/>
          </a:prstGeom>
        </p:spPr>
      </p:pic>
      <p:sp>
        <p:nvSpPr>
          <p:cNvPr id="16" name="bye-text-3"/>
          <p:cNvSpPr txBox="1"/>
          <p:nvPr/>
        </p:nvSpPr>
        <p:spPr>
          <a:xfrm>
            <a:off x="6126480" y="3063240"/>
            <a:ext cx="2514600" cy="1188720"/>
          </a:xfrm>
          <a:prstGeom prst="rect">
            <a:avLst/>
          </a:prstGeom>
          <a:noFill/>
          <a:ln/>
        </p:spPr>
        <p:txBody>
          <a:bodyPr wrap="square" lIns="0" tIns="0" rIns="0" bIns="0" rtlCol="0" anchor="ctr"/>
          <a:lstStyle/>
          <a:p>
            <a:pPr indent="0" marL="0">
              <a:buNone/>
            </a:pPr>
            <a:r>
              <a:rPr lang="en-US" sz="2200" b="1" dirty="0">
                <a:solidFill>
                  <a:schemeClr val="tx2"/>
                </a:solidFill>
              </a:rPr>
              <a:t>Goodbye, goodbye!</a:t>
            </a:r>
            <a:endParaRPr lang="en-US" sz="2200" dirty="0"/>
          </a:p>
          <a:p>
            <a:pPr indent="0" marL="0">
              <a:buNone/>
            </a:pPr>
            <a:r>
              <a:rPr lang="en-US" sz="2200" dirty="0">
                <a:solidFill>
                  <a:schemeClr val="tx2"/>
                </a:solidFill>
              </a:rPr>
              <a:t>See you soon!</a:t>
            </a:r>
            <a:endParaRPr lang="en-US" sz="2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1" type="title" hasCustomPrompt="1"/>
          </p:nvPr>
        </p:nvSpPr>
        <p:spPr>
          <a:xfrm>
            <a:off x="457200" y="457200"/>
            <a:ext cx="8229600" cy="1097280"/>
          </a:xfrm>
          <a:prstGeom prst="rect">
            <a:avLst/>
          </a:prstGeom>
          <a:noFill/>
          <a:ln/>
        </p:spPr>
        <p:txBody>
          <a:bodyPr wrap="square" lIns="0" tIns="0" rIns="0" bIns="0" rtlCol="0" anchor="ctr"/>
          <a:lstStyle/>
          <a:p>
            <a:pPr algn="ctr" indent="0" marL="0">
              <a:buNone/>
            </a:pPr>
            <a:r>
              <a:rPr lang="en-US" sz="5400" b="1" dirty="0">
                <a:solidFill>
                  <a:schemeClr val="bg1"/>
                </a:solidFill>
              </a:rPr>
              <a:t>Thank you for visiting!</a:t>
            </a:r>
            <a:endParaRPr lang="en-US" sz="5400" dirty="0"/>
          </a:p>
        </p:txBody>
      </p:sp>
      <p:sp>
        <p:nvSpPr>
          <p:cNvPr id="3" name="Text 0"/>
          <p:cNvSpPr/>
          <p:nvPr>
            <p:ph idx="102" type="body" hasCustomPrompt="1"/>
          </p:nvPr>
        </p:nvSpPr>
        <p:spPr>
          <a:xfrm>
            <a:off x="457200" y="1645920"/>
            <a:ext cx="8229600" cy="731520"/>
          </a:xfrm>
          <a:prstGeom prst="rect">
            <a:avLst/>
          </a:prstGeom>
          <a:noFill/>
          <a:ln/>
        </p:spPr>
        <p:txBody>
          <a:bodyPr wrap="square" lIns="0" tIns="0" rIns="0" bIns="0" rtlCol="0"/>
          <a:lstStyle/>
          <a:p>
            <a:pPr algn="ctr" indent="0" marL="0">
              <a:buNone/>
            </a:pPr>
            <a:r>
              <a:rPr lang="en-US" sz="2800" dirty="0">
                <a:solidFill>
                  <a:schemeClr val="accent1"/>
                </a:solidFill>
              </a:rPr>
              <a:t>谢谢您的到来  |  See you soon</a:t>
            </a:r>
            <a:endParaRPr lang="en-US" sz="2800" dirty="0"/>
          </a:p>
        </p:txBody>
      </p:sp>
      <p:pic>
        <p:nvPicPr>
          <p:cNvPr id="4" name="ty-elephant" descr="img/elephant.png">    </p:cNvPr>
          <p:cNvPicPr>
            <a:picLocks noChangeAspect="1"/>
          </p:cNvPicPr>
          <p:nvPr/>
        </p:nvPicPr>
        <p:blipFill>
          <a:blip r:embed="rId1"/>
          <a:stretch>
            <a:fillRect/>
          </a:stretch>
        </p:blipFill>
        <p:spPr>
          <a:xfrm>
            <a:off x="685800" y="2468880"/>
            <a:ext cx="1005840" cy="1005840"/>
          </a:xfrm>
          <a:prstGeom prst="rect">
            <a:avLst/>
          </a:prstGeom>
        </p:spPr>
      </p:pic>
      <p:pic>
        <p:nvPicPr>
          <p:cNvPr id="5" name="ty-kangaroo" descr="img/kangaroo.png">    </p:cNvPr>
          <p:cNvPicPr>
            <a:picLocks noChangeAspect="1"/>
          </p:cNvPicPr>
          <p:nvPr/>
        </p:nvPicPr>
        <p:blipFill>
          <a:blip r:embed="rId2"/>
          <a:stretch>
            <a:fillRect/>
          </a:stretch>
        </p:blipFill>
        <p:spPr>
          <a:xfrm>
            <a:off x="2057400" y="2468880"/>
            <a:ext cx="1005840" cy="1005840"/>
          </a:xfrm>
          <a:prstGeom prst="rect">
            <a:avLst/>
          </a:prstGeom>
        </p:spPr>
      </p:pic>
      <p:pic>
        <p:nvPicPr>
          <p:cNvPr id="6" name="ty-monkey" descr="img/monkey.png">    </p:cNvPr>
          <p:cNvPicPr>
            <a:picLocks noChangeAspect="1"/>
          </p:cNvPicPr>
          <p:nvPr/>
        </p:nvPicPr>
        <p:blipFill>
          <a:blip r:embed="rId3"/>
          <a:stretch>
            <a:fillRect/>
          </a:stretch>
        </p:blipFill>
        <p:spPr>
          <a:xfrm>
            <a:off x="3429000" y="2468880"/>
            <a:ext cx="1005840" cy="1005840"/>
          </a:xfrm>
          <a:prstGeom prst="rect">
            <a:avLst/>
          </a:prstGeom>
        </p:spPr>
      </p:pic>
      <p:pic>
        <p:nvPicPr>
          <p:cNvPr id="7" name="ty-penguin" descr="img/penguin.png">    </p:cNvPr>
          <p:cNvPicPr>
            <a:picLocks noChangeAspect="1"/>
          </p:cNvPicPr>
          <p:nvPr/>
        </p:nvPicPr>
        <p:blipFill>
          <a:blip r:embed="rId4"/>
          <a:stretch>
            <a:fillRect/>
          </a:stretch>
        </p:blipFill>
        <p:spPr>
          <a:xfrm>
            <a:off x="4800600" y="2468880"/>
            <a:ext cx="1005840" cy="1005840"/>
          </a:xfrm>
          <a:prstGeom prst="rect">
            <a:avLst/>
          </a:prstGeom>
        </p:spPr>
      </p:pic>
      <p:pic>
        <p:nvPicPr>
          <p:cNvPr id="8" name="ty-snake" descr="img/snake.png">    </p:cNvPr>
          <p:cNvPicPr>
            <a:picLocks noChangeAspect="1"/>
          </p:cNvPicPr>
          <p:nvPr/>
        </p:nvPicPr>
        <p:blipFill>
          <a:blip r:embed="rId5"/>
          <a:stretch>
            <a:fillRect/>
          </a:stretch>
        </p:blipFill>
        <p:spPr>
          <a:xfrm>
            <a:off x="6172200" y="2468880"/>
            <a:ext cx="1005840" cy="1005840"/>
          </a:xfrm>
          <a:prstGeom prst="rect">
            <a:avLst/>
          </a:prstGeom>
        </p:spPr>
      </p:pic>
      <p:pic>
        <p:nvPicPr>
          <p:cNvPr id="9" name="ty-polarbear" descr="img/polarbear.png">    </p:cNvPr>
          <p:cNvPicPr>
            <a:picLocks noChangeAspect="1"/>
          </p:cNvPicPr>
          <p:nvPr/>
        </p:nvPicPr>
        <p:blipFill>
          <a:blip r:embed="rId6"/>
          <a:stretch>
            <a:fillRect/>
          </a:stretch>
        </p:blipFill>
        <p:spPr>
          <a:xfrm>
            <a:off x="7543800" y="2468880"/>
            <a:ext cx="1005840" cy="100584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4000" b="1" dirty="0">
                <a:solidFill>
                  <a:schemeClr val="tx2"/>
                </a:solidFill>
              </a:rPr>
              <a:t>How many monkeys?</a:t>
            </a:r>
            <a:endParaRPr lang="en-US" sz="4000" dirty="0"/>
          </a:p>
        </p:txBody>
      </p:sp>
      <p:sp>
        <p:nvSpPr>
          <p:cNvPr id="3" name="Text 0"/>
          <p:cNvSpPr/>
          <p:nvPr>
            <p:ph idx="101" type="body" hasCustomPrompt="1"/>
          </p:nvPr>
        </p:nvSpPr>
        <p:spPr>
          <a:xfrm>
            <a:off x="457200" y="4727448"/>
            <a:ext cx="8229600" cy="320040"/>
          </a:xfrm>
          <a:prstGeom prst="rect">
            <a:avLst/>
          </a:prstGeom>
          <a:noFill/>
          <a:ln/>
        </p:spPr>
        <p:txBody>
          <a:bodyPr wrap="square" lIns="0" tIns="0" rIns="0" bIns="0" rtlCol="0" anchor="ctr"/>
          <a:lstStyle/>
          <a:p>
            <a:pPr algn="l" indent="0" marL="0">
              <a:buNone/>
            </a:pPr>
            <a:r>
              <a:rPr lang="en-US" sz="1200" i="1" dirty="0">
                <a:solidFill>
                  <a:schemeClr val="accent5"/>
                </a:solidFill>
              </a:rPr>
              <a:t>Teacher: SPARE slide, only if you have 2 minutes left before Goodbye. Count together 1 to 5, pointing. Then "Five monkeys! Swing!"</a:t>
            </a:r>
            <a:endParaRPr lang="en-US" sz="1200" dirty="0"/>
          </a:p>
        </p:txBody>
      </p:sp>
      <p:sp>
        <p:nvSpPr>
          <p:cNvPr id="5" name="cnt-0"/>
          <p:cNvSpPr/>
          <p:nvPr/>
        </p:nvSpPr>
        <p:spPr>
          <a:xfrm>
            <a:off x="457200" y="1371600"/>
            <a:ext cx="1517904" cy="2011680"/>
          </a:xfrm>
          <a:prstGeom prst="roundRect">
            <a:avLst>
              <a:gd name="adj" fmla="val 12048"/>
            </a:avLst>
          </a:prstGeom>
          <a:solidFill>
            <a:srgbClr val="E3F1F8"/>
          </a:solidFill>
          <a:ln w="12700">
            <a:solidFill>
              <a:srgbClr val="E3F1F8"/>
            </a:solidFill>
            <a:prstDash val="solid"/>
          </a:ln>
        </p:spPr>
      </p:sp>
      <p:pic>
        <p:nvPicPr>
          <p:cNvPr id="6" name="cnt-pic-0" descr="img/monkey.png">    </p:cNvPr>
          <p:cNvPicPr>
            <a:picLocks noChangeAspect="1"/>
          </p:cNvPicPr>
          <p:nvPr/>
        </p:nvPicPr>
        <p:blipFill>
          <a:blip r:embed="rId1"/>
          <a:stretch>
            <a:fillRect/>
          </a:stretch>
        </p:blipFill>
        <p:spPr>
          <a:xfrm>
            <a:off x="621792" y="1463040"/>
            <a:ext cx="1188720" cy="1188720"/>
          </a:xfrm>
          <a:prstGeom prst="rect">
            <a:avLst/>
          </a:prstGeom>
        </p:spPr>
      </p:pic>
      <p:sp>
        <p:nvSpPr>
          <p:cNvPr id="7" name="cnt-n-0"/>
          <p:cNvSpPr txBox="1"/>
          <p:nvPr/>
        </p:nvSpPr>
        <p:spPr>
          <a:xfrm>
            <a:off x="457200" y="2697480"/>
            <a:ext cx="1517904" cy="640080"/>
          </a:xfrm>
          <a:prstGeom prst="rect">
            <a:avLst/>
          </a:prstGeom>
          <a:noFill/>
          <a:ln/>
        </p:spPr>
        <p:txBody>
          <a:bodyPr wrap="square" lIns="0" tIns="0" rIns="0" bIns="0" rtlCol="0" anchor="ctr"/>
          <a:lstStyle/>
          <a:p>
            <a:pPr algn="ctr" indent="0" marL="0">
              <a:buNone/>
            </a:pPr>
            <a:r>
              <a:rPr lang="en-US" sz="4000" b="1" dirty="0">
                <a:solidFill>
                  <a:schemeClr val="tx2"/>
                </a:solidFill>
              </a:rPr>
              <a:t>1</a:t>
            </a:r>
            <a:endParaRPr lang="en-US" sz="4000" dirty="0"/>
          </a:p>
        </p:txBody>
      </p:sp>
      <p:sp>
        <p:nvSpPr>
          <p:cNvPr id="8" name="cnt-1"/>
          <p:cNvSpPr/>
          <p:nvPr/>
        </p:nvSpPr>
        <p:spPr>
          <a:xfrm>
            <a:off x="2121408" y="1371600"/>
            <a:ext cx="1517904" cy="2011680"/>
          </a:xfrm>
          <a:prstGeom prst="roundRect">
            <a:avLst>
              <a:gd name="adj" fmla="val 12048"/>
            </a:avLst>
          </a:prstGeom>
          <a:solidFill>
            <a:srgbClr val="E3F1F8"/>
          </a:solidFill>
          <a:ln w="12700">
            <a:solidFill>
              <a:srgbClr val="E3F1F8"/>
            </a:solidFill>
            <a:prstDash val="solid"/>
          </a:ln>
        </p:spPr>
      </p:sp>
      <p:pic>
        <p:nvPicPr>
          <p:cNvPr id="9" name="cnt-pic-1" descr="img/monkey.png">    </p:cNvPr>
          <p:cNvPicPr>
            <a:picLocks noChangeAspect="1"/>
          </p:cNvPicPr>
          <p:nvPr/>
        </p:nvPicPr>
        <p:blipFill>
          <a:blip r:embed="rId2"/>
          <a:stretch>
            <a:fillRect/>
          </a:stretch>
        </p:blipFill>
        <p:spPr>
          <a:xfrm>
            <a:off x="2286000" y="1463040"/>
            <a:ext cx="1188720" cy="1188720"/>
          </a:xfrm>
          <a:prstGeom prst="rect">
            <a:avLst/>
          </a:prstGeom>
        </p:spPr>
      </p:pic>
      <p:sp>
        <p:nvSpPr>
          <p:cNvPr id="10" name="cnt-n-1"/>
          <p:cNvSpPr txBox="1"/>
          <p:nvPr/>
        </p:nvSpPr>
        <p:spPr>
          <a:xfrm>
            <a:off x="2121408" y="2697480"/>
            <a:ext cx="1517904" cy="640080"/>
          </a:xfrm>
          <a:prstGeom prst="rect">
            <a:avLst/>
          </a:prstGeom>
          <a:noFill/>
          <a:ln/>
        </p:spPr>
        <p:txBody>
          <a:bodyPr wrap="square" lIns="0" tIns="0" rIns="0" bIns="0" rtlCol="0" anchor="ctr"/>
          <a:lstStyle/>
          <a:p>
            <a:pPr algn="ctr" indent="0" marL="0">
              <a:buNone/>
            </a:pPr>
            <a:r>
              <a:rPr lang="en-US" sz="4000" b="1" dirty="0">
                <a:solidFill>
                  <a:schemeClr val="tx2"/>
                </a:solidFill>
              </a:rPr>
              <a:t>2</a:t>
            </a:r>
            <a:endParaRPr lang="en-US" sz="4000" dirty="0"/>
          </a:p>
        </p:txBody>
      </p:sp>
      <p:sp>
        <p:nvSpPr>
          <p:cNvPr id="11" name="cnt-2"/>
          <p:cNvSpPr/>
          <p:nvPr/>
        </p:nvSpPr>
        <p:spPr>
          <a:xfrm>
            <a:off x="3785616" y="1371600"/>
            <a:ext cx="1517904" cy="2011680"/>
          </a:xfrm>
          <a:prstGeom prst="roundRect">
            <a:avLst>
              <a:gd name="adj" fmla="val 12048"/>
            </a:avLst>
          </a:prstGeom>
          <a:solidFill>
            <a:srgbClr val="E3F1F8"/>
          </a:solidFill>
          <a:ln w="12700">
            <a:solidFill>
              <a:srgbClr val="E3F1F8"/>
            </a:solidFill>
            <a:prstDash val="solid"/>
          </a:ln>
        </p:spPr>
      </p:sp>
      <p:pic>
        <p:nvPicPr>
          <p:cNvPr id="12" name="cnt-pic-2" descr="img/monkey.png">    </p:cNvPr>
          <p:cNvPicPr>
            <a:picLocks noChangeAspect="1"/>
          </p:cNvPicPr>
          <p:nvPr/>
        </p:nvPicPr>
        <p:blipFill>
          <a:blip r:embed="rId3"/>
          <a:stretch>
            <a:fillRect/>
          </a:stretch>
        </p:blipFill>
        <p:spPr>
          <a:xfrm>
            <a:off x="3950208" y="1463040"/>
            <a:ext cx="1188720" cy="1188720"/>
          </a:xfrm>
          <a:prstGeom prst="rect">
            <a:avLst/>
          </a:prstGeom>
        </p:spPr>
      </p:pic>
      <p:sp>
        <p:nvSpPr>
          <p:cNvPr id="13" name="cnt-n-2"/>
          <p:cNvSpPr txBox="1"/>
          <p:nvPr/>
        </p:nvSpPr>
        <p:spPr>
          <a:xfrm>
            <a:off x="3785616" y="2697480"/>
            <a:ext cx="1517904" cy="640080"/>
          </a:xfrm>
          <a:prstGeom prst="rect">
            <a:avLst/>
          </a:prstGeom>
          <a:noFill/>
          <a:ln/>
        </p:spPr>
        <p:txBody>
          <a:bodyPr wrap="square" lIns="0" tIns="0" rIns="0" bIns="0" rtlCol="0" anchor="ctr"/>
          <a:lstStyle/>
          <a:p>
            <a:pPr algn="ctr" indent="0" marL="0">
              <a:buNone/>
            </a:pPr>
            <a:r>
              <a:rPr lang="en-US" sz="4000" b="1" dirty="0">
                <a:solidFill>
                  <a:schemeClr val="tx2"/>
                </a:solidFill>
              </a:rPr>
              <a:t>3</a:t>
            </a:r>
            <a:endParaRPr lang="en-US" sz="4000" dirty="0"/>
          </a:p>
        </p:txBody>
      </p:sp>
      <p:sp>
        <p:nvSpPr>
          <p:cNvPr id="14" name="cnt-3"/>
          <p:cNvSpPr/>
          <p:nvPr/>
        </p:nvSpPr>
        <p:spPr>
          <a:xfrm>
            <a:off x="5449824" y="1371600"/>
            <a:ext cx="1517904" cy="2011680"/>
          </a:xfrm>
          <a:prstGeom prst="roundRect">
            <a:avLst>
              <a:gd name="adj" fmla="val 12048"/>
            </a:avLst>
          </a:prstGeom>
          <a:solidFill>
            <a:srgbClr val="E3F1F8"/>
          </a:solidFill>
          <a:ln w="12700">
            <a:solidFill>
              <a:srgbClr val="E3F1F8"/>
            </a:solidFill>
            <a:prstDash val="solid"/>
          </a:ln>
        </p:spPr>
      </p:sp>
      <p:pic>
        <p:nvPicPr>
          <p:cNvPr id="15" name="cnt-pic-3" descr="img/monkey.png">    </p:cNvPr>
          <p:cNvPicPr>
            <a:picLocks noChangeAspect="1"/>
          </p:cNvPicPr>
          <p:nvPr/>
        </p:nvPicPr>
        <p:blipFill>
          <a:blip r:embed="rId4"/>
          <a:stretch>
            <a:fillRect/>
          </a:stretch>
        </p:blipFill>
        <p:spPr>
          <a:xfrm>
            <a:off x="5614416" y="1463040"/>
            <a:ext cx="1188720" cy="1188720"/>
          </a:xfrm>
          <a:prstGeom prst="rect">
            <a:avLst/>
          </a:prstGeom>
        </p:spPr>
      </p:pic>
      <p:sp>
        <p:nvSpPr>
          <p:cNvPr id="16" name="cnt-n-3"/>
          <p:cNvSpPr txBox="1"/>
          <p:nvPr/>
        </p:nvSpPr>
        <p:spPr>
          <a:xfrm>
            <a:off x="5449824" y="2697480"/>
            <a:ext cx="1517904" cy="640080"/>
          </a:xfrm>
          <a:prstGeom prst="rect">
            <a:avLst/>
          </a:prstGeom>
          <a:noFill/>
          <a:ln/>
        </p:spPr>
        <p:txBody>
          <a:bodyPr wrap="square" lIns="0" tIns="0" rIns="0" bIns="0" rtlCol="0" anchor="ctr"/>
          <a:lstStyle/>
          <a:p>
            <a:pPr algn="ctr" indent="0" marL="0">
              <a:buNone/>
            </a:pPr>
            <a:r>
              <a:rPr lang="en-US" sz="4000" b="1" dirty="0">
                <a:solidFill>
                  <a:schemeClr val="tx2"/>
                </a:solidFill>
              </a:rPr>
              <a:t>4</a:t>
            </a:r>
            <a:endParaRPr lang="en-US" sz="4000" dirty="0"/>
          </a:p>
        </p:txBody>
      </p:sp>
      <p:sp>
        <p:nvSpPr>
          <p:cNvPr id="17" name="cnt-4"/>
          <p:cNvSpPr/>
          <p:nvPr/>
        </p:nvSpPr>
        <p:spPr>
          <a:xfrm>
            <a:off x="7114032" y="1371600"/>
            <a:ext cx="1517904" cy="2011680"/>
          </a:xfrm>
          <a:prstGeom prst="roundRect">
            <a:avLst>
              <a:gd name="adj" fmla="val 12048"/>
            </a:avLst>
          </a:prstGeom>
          <a:solidFill>
            <a:srgbClr val="E3F1F8"/>
          </a:solidFill>
          <a:ln w="12700">
            <a:solidFill>
              <a:srgbClr val="E3F1F8"/>
            </a:solidFill>
            <a:prstDash val="solid"/>
          </a:ln>
        </p:spPr>
      </p:sp>
      <p:pic>
        <p:nvPicPr>
          <p:cNvPr id="18" name="cnt-pic-4" descr="img/monkey.png">    </p:cNvPr>
          <p:cNvPicPr>
            <a:picLocks noChangeAspect="1"/>
          </p:cNvPicPr>
          <p:nvPr/>
        </p:nvPicPr>
        <p:blipFill>
          <a:blip r:embed="rId5"/>
          <a:stretch>
            <a:fillRect/>
          </a:stretch>
        </p:blipFill>
        <p:spPr>
          <a:xfrm>
            <a:off x="7278624" y="1463040"/>
            <a:ext cx="1188720" cy="1188720"/>
          </a:xfrm>
          <a:prstGeom prst="rect">
            <a:avLst/>
          </a:prstGeom>
        </p:spPr>
      </p:pic>
      <p:sp>
        <p:nvSpPr>
          <p:cNvPr id="19" name="cnt-n-4"/>
          <p:cNvSpPr txBox="1"/>
          <p:nvPr/>
        </p:nvSpPr>
        <p:spPr>
          <a:xfrm>
            <a:off x="7114032" y="2697480"/>
            <a:ext cx="1517904" cy="640080"/>
          </a:xfrm>
          <a:prstGeom prst="rect">
            <a:avLst/>
          </a:prstGeom>
          <a:noFill/>
          <a:ln/>
        </p:spPr>
        <p:txBody>
          <a:bodyPr wrap="square" lIns="0" tIns="0" rIns="0" bIns="0" rtlCol="0" anchor="ctr"/>
          <a:lstStyle/>
          <a:p>
            <a:pPr algn="ctr" indent="0" marL="0">
              <a:buNone/>
            </a:pPr>
            <a:r>
              <a:rPr lang="en-US" sz="4000" b="1" dirty="0">
                <a:solidFill>
                  <a:schemeClr val="tx2"/>
                </a:solidFill>
              </a:rPr>
              <a:t>5</a:t>
            </a:r>
            <a:endParaRPr lang="en-US" sz="4000" dirty="0"/>
          </a:p>
        </p:txBody>
      </p:sp>
      <p:sp>
        <p:nvSpPr>
          <p:cNvPr id="20" name="cnt-line"/>
          <p:cNvSpPr txBox="1"/>
          <p:nvPr/>
        </p:nvSpPr>
        <p:spPr>
          <a:xfrm>
            <a:off x="457200" y="3657600"/>
            <a:ext cx="8229600" cy="822960"/>
          </a:xfrm>
          <a:prstGeom prst="rect">
            <a:avLst/>
          </a:prstGeom>
          <a:noFill/>
          <a:ln/>
        </p:spPr>
        <p:txBody>
          <a:bodyPr wrap="square" lIns="0" tIns="0" rIns="0" bIns="0" rtlCol="0" anchor="ctr"/>
          <a:lstStyle/>
          <a:p>
            <a:pPr algn="ctr" indent="0" marL="0">
              <a:buNone/>
            </a:pPr>
            <a:r>
              <a:rPr lang="en-US" sz="3600" b="1" dirty="0">
                <a:solidFill>
                  <a:schemeClr val="tx2"/>
                </a:solidFill>
              </a:rPr>
              <a:t>One, two, three, four, five!</a:t>
            </a:r>
            <a:endParaRPr lang="en-US" sz="3600" dirty="0"/>
          </a:p>
        </p:txBody>
      </p:sp>
    </p:spTree>
  </p:cSld>
  <p:clrMapOvr>
    <a:masterClrMapping/>
  </p:clrMapOvr>
</p:sld>
</file>

<file path=ppt/theme/theme1.xml><?xml version="1.0" encoding="utf-8"?>
<a:theme xmlns:a="http://schemas.openxmlformats.org/drawingml/2006/main" name="HIK SVS Open Day Zoo">
  <a:themeElements>
    <a:clrScheme name="HIK SVS Open Day Zoo">
      <a:dk1>
        <a:srgbClr val="141B26"/>
      </a:dk1>
      <a:lt1>
        <a:srgbClr val="FFFFFF"/>
      </a:lt1>
      <a:dk2>
        <a:srgbClr val="0F2A5F"/>
      </a:dk2>
      <a:lt2>
        <a:srgbClr val="EEF1F5"/>
      </a:lt2>
      <a:accent1>
        <a:srgbClr val="F2CE3E"/>
      </a:accent1>
      <a:accent2>
        <a:srgbClr val="2E8B57"/>
      </a:accent2>
      <a:accent3>
        <a:srgbClr val="FFF4C2"/>
      </a:accent3>
      <a:accent4>
        <a:srgbClr val="E3F1F8"/>
      </a:accent4>
      <a:accent5>
        <a:srgbClr val="5B6574"/>
      </a:accent5>
      <a:accent6>
        <a:srgbClr val="E8F5EC"/>
      </a:accent6>
      <a:hlink>
        <a:srgbClr val="1E7DB0"/>
      </a:hlink>
      <a:folHlink>
        <a:srgbClr val="7B3A8E"/>
      </a:folHlink>
    </a:clrScheme>
    <a:fontScheme name="HIK SVS Open Day Zoo">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Let's Go to the Zoo! Open Day English lesson</dc:title>
  <dc:subject>PptxGenJS Presentation</dc:subject>
  <dc:creator>HIK | SVS</dc:creator>
  <cp:lastModifiedBy>HIK | SVS</cp:lastModifiedBy>
  <cp:revision>1</cp:revision>
  <dcterms:created xsi:type="dcterms:W3CDTF">2026-10-13T02:35:40Z</dcterms:created>
  <dcterms:modified xsi:type="dcterms:W3CDTF">2026-10-13T02:35:40Z</dcterms:modified>
</cp:coreProperties>
</file>